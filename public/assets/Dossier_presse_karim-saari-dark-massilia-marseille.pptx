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73" r:id="rId2"/>
    <p:sldId id="268" r:id="rId3"/>
    <p:sldId id="277" r:id="rId4"/>
    <p:sldId id="261" r:id="rId5"/>
    <p:sldId id="274" r:id="rId6"/>
    <p:sldId id="263" r:id="rId7"/>
    <p:sldId id="282" r:id="rId8"/>
    <p:sldId id="265" r:id="rId9"/>
    <p:sldId id="284" r:id="rId10"/>
    <p:sldId id="279" r:id="rId11"/>
    <p:sldId id="275" r:id="rId12"/>
    <p:sldId id="281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663D5A-7CE0-44CF-B15F-AB391E05EFDF}" v="24" dt="2026-05-24T15:10:52.9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im saari" userId="072d8f137dccd88c" providerId="LiveId" clId="{79772CFA-CDAC-44C0-917B-DBC5B034F35C}"/>
    <pc:docChg chg="custSel addSld delSld modSld sldOrd">
      <pc:chgData name="karim saari" userId="072d8f137dccd88c" providerId="LiveId" clId="{79772CFA-CDAC-44C0-917B-DBC5B034F35C}" dt="2026-05-24T15:22:22.623" v="195" actId="478"/>
      <pc:docMkLst>
        <pc:docMk/>
      </pc:docMkLst>
      <pc:sldChg chg="delSp modSp mod">
        <pc:chgData name="karim saari" userId="072d8f137dccd88c" providerId="LiveId" clId="{79772CFA-CDAC-44C0-917B-DBC5B034F35C}" dt="2026-05-24T15:18:53.472" v="173" actId="478"/>
        <pc:sldMkLst>
          <pc:docMk/>
          <pc:sldMk cId="1177563248" sldId="261"/>
        </pc:sldMkLst>
        <pc:spChg chg="mod">
          <ac:chgData name="karim saari" userId="072d8f137dccd88c" providerId="LiveId" clId="{79772CFA-CDAC-44C0-917B-DBC5B034F35C}" dt="2026-05-24T15:04:55.814" v="97"/>
          <ac:spMkLst>
            <pc:docMk/>
            <pc:sldMk cId="1177563248" sldId="261"/>
            <ac:spMk id="34" creationId="{73A9F240-751F-4457-B8EA-52ED28343D45}"/>
          </ac:spMkLst>
        </pc:spChg>
        <pc:spChg chg="del">
          <ac:chgData name="karim saari" userId="072d8f137dccd88c" providerId="LiveId" clId="{79772CFA-CDAC-44C0-917B-DBC5B034F35C}" dt="2026-05-24T15:18:53.472" v="173" actId="478"/>
          <ac:spMkLst>
            <pc:docMk/>
            <pc:sldMk cId="1177563248" sldId="261"/>
            <ac:spMk id="35" creationId="{0DD3680C-B86D-444A-92AF-0FA42B954B39}"/>
          </ac:spMkLst>
        </pc:spChg>
      </pc:sldChg>
      <pc:sldChg chg="delSp modSp mod">
        <pc:chgData name="karim saari" userId="072d8f137dccd88c" providerId="LiveId" clId="{79772CFA-CDAC-44C0-917B-DBC5B034F35C}" dt="2026-05-24T15:09:44.171" v="113" actId="478"/>
        <pc:sldMkLst>
          <pc:docMk/>
          <pc:sldMk cId="220418289" sldId="263"/>
        </pc:sldMkLst>
        <pc:spChg chg="mod">
          <ac:chgData name="karim saari" userId="072d8f137dccd88c" providerId="LiveId" clId="{79772CFA-CDAC-44C0-917B-DBC5B034F35C}" dt="2026-05-24T15:04:55.870" v="99"/>
          <ac:spMkLst>
            <pc:docMk/>
            <pc:sldMk cId="220418289" sldId="263"/>
            <ac:spMk id="25" creationId="{2C0F42DF-1FA4-44F6-ABA0-D2163D8207B9}"/>
          </ac:spMkLst>
        </pc:spChg>
        <pc:spChg chg="del">
          <ac:chgData name="karim saari" userId="072d8f137dccd88c" providerId="LiveId" clId="{79772CFA-CDAC-44C0-917B-DBC5B034F35C}" dt="2026-05-24T15:09:44.171" v="113" actId="478"/>
          <ac:spMkLst>
            <pc:docMk/>
            <pc:sldMk cId="220418289" sldId="263"/>
            <ac:spMk id="26" creationId="{D22BBDE9-7EE0-4D0A-B4F2-5239C1825E06}"/>
          </ac:spMkLst>
        </pc:spChg>
      </pc:sldChg>
      <pc:sldChg chg="modSp mod">
        <pc:chgData name="karim saari" userId="072d8f137dccd88c" providerId="LiveId" clId="{79772CFA-CDAC-44C0-917B-DBC5B034F35C}" dt="2026-05-24T15:07:22.645" v="111" actId="1076"/>
        <pc:sldMkLst>
          <pc:docMk/>
          <pc:sldMk cId="3269620374" sldId="265"/>
        </pc:sldMkLst>
        <pc:spChg chg="mod">
          <ac:chgData name="karim saari" userId="072d8f137dccd88c" providerId="LiveId" clId="{79772CFA-CDAC-44C0-917B-DBC5B034F35C}" dt="2026-05-24T15:04:55.950" v="101"/>
          <ac:spMkLst>
            <pc:docMk/>
            <pc:sldMk cId="3269620374" sldId="265"/>
            <ac:spMk id="47" creationId="{FBD7E2D4-64CB-49F4-B672-F5FEFFE5817D}"/>
          </ac:spMkLst>
        </pc:spChg>
        <pc:spChg chg="mod">
          <ac:chgData name="karim saari" userId="072d8f137dccd88c" providerId="LiveId" clId="{79772CFA-CDAC-44C0-917B-DBC5B034F35C}" dt="2026-05-24T15:07:22.645" v="111" actId="1076"/>
          <ac:spMkLst>
            <pc:docMk/>
            <pc:sldMk cId="3269620374" sldId="265"/>
            <ac:spMk id="68" creationId="{7E4AAEC0-9613-4845-AD7D-4A27C748AB77}"/>
          </ac:spMkLst>
        </pc:spChg>
      </pc:sldChg>
      <pc:sldChg chg="modSp mod">
        <pc:chgData name="karim saari" userId="072d8f137dccd88c" providerId="LiveId" clId="{79772CFA-CDAC-44C0-917B-DBC5B034F35C}" dt="2026-05-24T15:18:29.540" v="172" actId="20577"/>
        <pc:sldMkLst>
          <pc:docMk/>
          <pc:sldMk cId="3609115340" sldId="268"/>
        </pc:sldMkLst>
        <pc:spChg chg="mod">
          <ac:chgData name="karim saari" userId="072d8f137dccd88c" providerId="LiveId" clId="{79772CFA-CDAC-44C0-917B-DBC5B034F35C}" dt="2026-05-24T15:18:29.540" v="172" actId="20577"/>
          <ac:spMkLst>
            <pc:docMk/>
            <pc:sldMk cId="3609115340" sldId="268"/>
            <ac:spMk id="11" creationId="{5128ABEF-8B36-460B-8D84-2C62DCDED5BE}"/>
          </ac:spMkLst>
        </pc:spChg>
        <pc:spChg chg="mod">
          <ac:chgData name="karim saari" userId="072d8f137dccd88c" providerId="LiveId" clId="{79772CFA-CDAC-44C0-917B-DBC5B034F35C}" dt="2026-05-24T15:04:55.696" v="95"/>
          <ac:spMkLst>
            <pc:docMk/>
            <pc:sldMk cId="3609115340" sldId="268"/>
            <ac:spMk id="12" creationId="{E0E8175D-D8B5-43D2-ADC4-F7A6EDA1ED57}"/>
          </ac:spMkLst>
        </pc:spChg>
        <pc:spChg chg="mod">
          <ac:chgData name="karim saari" userId="072d8f137dccd88c" providerId="LiveId" clId="{79772CFA-CDAC-44C0-917B-DBC5B034F35C}" dt="2026-05-24T15:02:20.020" v="1" actId="1076"/>
          <ac:spMkLst>
            <pc:docMk/>
            <pc:sldMk cId="3609115340" sldId="268"/>
            <ac:spMk id="14" creationId="{820EDF5C-8654-48C3-9357-D4E379CABE37}"/>
          </ac:spMkLst>
        </pc:spChg>
      </pc:sldChg>
      <pc:sldChg chg="addSp delSp modSp mod">
        <pc:chgData name="karim saari" userId="072d8f137dccd88c" providerId="LiveId" clId="{79772CFA-CDAC-44C0-917B-DBC5B034F35C}" dt="2026-05-24T15:22:22.623" v="195" actId="478"/>
        <pc:sldMkLst>
          <pc:docMk/>
          <pc:sldMk cId="2824042338" sldId="273"/>
        </pc:sldMkLst>
        <pc:spChg chg="mod">
          <ac:chgData name="karim saari" userId="072d8f137dccd88c" providerId="LiveId" clId="{79772CFA-CDAC-44C0-917B-DBC5B034F35C}" dt="2026-05-24T15:01:35.100" v="0" actId="1076"/>
          <ac:spMkLst>
            <pc:docMk/>
            <pc:sldMk cId="2824042338" sldId="273"/>
            <ac:spMk id="2" creationId="{11CBA0EF-3C47-4F74-B08F-D7F78A9DAE22}"/>
          </ac:spMkLst>
        </pc:spChg>
        <pc:spChg chg="add mod">
          <ac:chgData name="karim saari" userId="072d8f137dccd88c" providerId="LiveId" clId="{79772CFA-CDAC-44C0-917B-DBC5B034F35C}" dt="2026-05-24T15:22:11.515" v="194" actId="14100"/>
          <ac:spMkLst>
            <pc:docMk/>
            <pc:sldMk cId="2824042338" sldId="273"/>
            <ac:spMk id="3" creationId="{EFE42E69-731E-4D74-9C03-7AA0A12A6701}"/>
          </ac:spMkLst>
        </pc:spChg>
        <pc:spChg chg="del mod">
          <ac:chgData name="karim saari" userId="072d8f137dccd88c" providerId="LiveId" clId="{79772CFA-CDAC-44C0-917B-DBC5B034F35C}" dt="2026-05-24T15:22:22.623" v="195" actId="478"/>
          <ac:spMkLst>
            <pc:docMk/>
            <pc:sldMk cId="2824042338" sldId="273"/>
            <ac:spMk id="4" creationId="{09341F35-D5AC-4430-A49E-7FBBA1BE2B3D}"/>
          </ac:spMkLst>
        </pc:spChg>
        <pc:spChg chg="mod">
          <ac:chgData name="karim saari" userId="072d8f137dccd88c" providerId="LiveId" clId="{79772CFA-CDAC-44C0-917B-DBC5B034F35C}" dt="2026-05-24T15:17:31.360" v="158" actId="1076"/>
          <ac:spMkLst>
            <pc:docMk/>
            <pc:sldMk cId="2824042338" sldId="273"/>
            <ac:spMk id="7" creationId="{35C4C298-AA3E-4BC4-A8AA-24B0A8E200A3}"/>
          </ac:spMkLst>
        </pc:spChg>
        <pc:spChg chg="del">
          <ac:chgData name="karim saari" userId="072d8f137dccd88c" providerId="LiveId" clId="{79772CFA-CDAC-44C0-917B-DBC5B034F35C}" dt="2026-05-24T15:16:11.006" v="148" actId="478"/>
          <ac:spMkLst>
            <pc:docMk/>
            <pc:sldMk cId="2824042338" sldId="273"/>
            <ac:spMk id="8" creationId="{6F87D6EF-FB09-4A1D-87A6-53C915D7A2C7}"/>
          </ac:spMkLst>
        </pc:spChg>
        <pc:spChg chg="mod">
          <ac:chgData name="karim saari" userId="072d8f137dccd88c" providerId="LiveId" clId="{79772CFA-CDAC-44C0-917B-DBC5B034F35C}" dt="2026-05-24T15:16:50.956" v="153" actId="1076"/>
          <ac:spMkLst>
            <pc:docMk/>
            <pc:sldMk cId="2824042338" sldId="273"/>
            <ac:spMk id="9" creationId="{1BBA634E-5351-4FDF-ABDB-33ABDCF484DF}"/>
          </ac:spMkLst>
        </pc:spChg>
        <pc:spChg chg="mod">
          <ac:chgData name="karim saari" userId="072d8f137dccd88c" providerId="LiveId" clId="{79772CFA-CDAC-44C0-917B-DBC5B034F35C}" dt="2026-05-24T15:16:47.738" v="152" actId="1076"/>
          <ac:spMkLst>
            <pc:docMk/>
            <pc:sldMk cId="2824042338" sldId="273"/>
            <ac:spMk id="10" creationId="{A1BBE872-A321-4DB3-86EC-CD9F1768AD9B}"/>
          </ac:spMkLst>
        </pc:spChg>
        <pc:spChg chg="del mod">
          <ac:chgData name="karim saari" userId="072d8f137dccd88c" providerId="LiveId" clId="{79772CFA-CDAC-44C0-917B-DBC5B034F35C}" dt="2026-05-24T15:11:32.442" v="115" actId="478"/>
          <ac:spMkLst>
            <pc:docMk/>
            <pc:sldMk cId="2824042338" sldId="273"/>
            <ac:spMk id="12" creationId="{58FB5201-6D53-430B-9C51-ACBBA34989FA}"/>
          </ac:spMkLst>
        </pc:spChg>
        <pc:spChg chg="add del mod">
          <ac:chgData name="karim saari" userId="072d8f137dccd88c" providerId="LiveId" clId="{79772CFA-CDAC-44C0-917B-DBC5B034F35C}" dt="2026-05-24T15:16:05.960" v="147" actId="478"/>
          <ac:spMkLst>
            <pc:docMk/>
            <pc:sldMk cId="2824042338" sldId="273"/>
            <ac:spMk id="13" creationId="{7D76B13F-609B-4A9C-B26D-4F89796BF228}"/>
          </ac:spMkLst>
        </pc:spChg>
      </pc:sldChg>
      <pc:sldChg chg="modSp mod">
        <pc:chgData name="karim saari" userId="072d8f137dccd88c" providerId="LiveId" clId="{79772CFA-CDAC-44C0-917B-DBC5B034F35C}" dt="2026-05-24T15:10:33.450" v="114" actId="1076"/>
        <pc:sldMkLst>
          <pc:docMk/>
          <pc:sldMk cId="1223151229" sldId="274"/>
        </pc:sldMkLst>
        <pc:spChg chg="mod">
          <ac:chgData name="karim saari" userId="072d8f137dccd88c" providerId="LiveId" clId="{79772CFA-CDAC-44C0-917B-DBC5B034F35C}" dt="2026-05-24T15:04:55.844" v="98"/>
          <ac:spMkLst>
            <pc:docMk/>
            <pc:sldMk cId="1223151229" sldId="274"/>
            <ac:spMk id="27" creationId="{C1DE95B3-20ED-44C2-8247-99E2F475D307}"/>
          </ac:spMkLst>
        </pc:spChg>
        <pc:spChg chg="mod">
          <ac:chgData name="karim saari" userId="072d8f137dccd88c" providerId="LiveId" clId="{79772CFA-CDAC-44C0-917B-DBC5B034F35C}" dt="2026-05-24T15:10:33.450" v="114" actId="1076"/>
          <ac:spMkLst>
            <pc:docMk/>
            <pc:sldMk cId="1223151229" sldId="274"/>
            <ac:spMk id="28" creationId="{1ED0D3AA-5AAB-417E-9E63-9300E41903B6}"/>
          </ac:spMkLst>
        </pc:spChg>
      </pc:sldChg>
      <pc:sldChg chg="modSp mod">
        <pc:chgData name="karim saari" userId="072d8f137dccd88c" providerId="LiveId" clId="{79772CFA-CDAC-44C0-917B-DBC5B034F35C}" dt="2026-05-24T15:19:49.844" v="186" actId="1076"/>
        <pc:sldMkLst>
          <pc:docMk/>
          <pc:sldMk cId="2979090508" sldId="275"/>
        </pc:sldMkLst>
        <pc:spChg chg="mod">
          <ac:chgData name="karim saari" userId="072d8f137dccd88c" providerId="LiveId" clId="{79772CFA-CDAC-44C0-917B-DBC5B034F35C}" dt="2026-05-24T15:19:49.844" v="186" actId="1076"/>
          <ac:spMkLst>
            <pc:docMk/>
            <pc:sldMk cId="2979090508" sldId="275"/>
            <ac:spMk id="17" creationId="{FD2EB4AA-C75C-4826-915F-BDB9B8DD95E1}"/>
          </ac:spMkLst>
        </pc:spChg>
        <pc:spChg chg="mod">
          <ac:chgData name="karim saari" userId="072d8f137dccd88c" providerId="LiveId" clId="{79772CFA-CDAC-44C0-917B-DBC5B034F35C}" dt="2026-05-24T15:04:56.030" v="104"/>
          <ac:spMkLst>
            <pc:docMk/>
            <pc:sldMk cId="2979090508" sldId="275"/>
            <ac:spMk id="18" creationId="{7F958F7F-CDDF-49B6-9CAC-A6259785264D}"/>
          </ac:spMkLst>
        </pc:spChg>
        <pc:spChg chg="mod">
          <ac:chgData name="karim saari" userId="072d8f137dccd88c" providerId="LiveId" clId="{79772CFA-CDAC-44C0-917B-DBC5B034F35C}" dt="2026-05-24T15:05:17.675" v="105" actId="1076"/>
          <ac:spMkLst>
            <pc:docMk/>
            <pc:sldMk cId="2979090508" sldId="275"/>
            <ac:spMk id="19" creationId="{180904BB-96D8-458F-947D-C03EF4C4889D}"/>
          </ac:spMkLst>
        </pc:spChg>
      </pc:sldChg>
      <pc:sldChg chg="modSp mod">
        <pc:chgData name="karim saari" userId="072d8f137dccd88c" providerId="LiveId" clId="{79772CFA-CDAC-44C0-917B-DBC5B034F35C}" dt="2026-05-24T15:04:55.720" v="96"/>
        <pc:sldMkLst>
          <pc:docMk/>
          <pc:sldMk cId="1874616760" sldId="277"/>
        </pc:sldMkLst>
        <pc:spChg chg="mod">
          <ac:chgData name="karim saari" userId="072d8f137dccd88c" providerId="LiveId" clId="{79772CFA-CDAC-44C0-917B-DBC5B034F35C}" dt="2026-05-24T15:02:56.673" v="4" actId="1076"/>
          <ac:spMkLst>
            <pc:docMk/>
            <pc:sldMk cId="1874616760" sldId="277"/>
            <ac:spMk id="4" creationId="{7F6A8B13-9615-479C-A71D-9C49FD6C107C}"/>
          </ac:spMkLst>
        </pc:spChg>
        <pc:spChg chg="mod">
          <ac:chgData name="karim saari" userId="072d8f137dccd88c" providerId="LiveId" clId="{79772CFA-CDAC-44C0-917B-DBC5B034F35C}" dt="2026-05-24T15:04:55.720" v="96"/>
          <ac:spMkLst>
            <pc:docMk/>
            <pc:sldMk cId="1874616760" sldId="277"/>
            <ac:spMk id="223" creationId="{00000000-0000-0000-0000-000000000000}"/>
          </ac:spMkLst>
        </pc:spChg>
      </pc:sldChg>
      <pc:sldChg chg="modSp mod">
        <pc:chgData name="karim saari" userId="072d8f137dccd88c" providerId="LiveId" clId="{79772CFA-CDAC-44C0-917B-DBC5B034F35C}" dt="2026-05-24T15:04:56.003" v="103"/>
        <pc:sldMkLst>
          <pc:docMk/>
          <pc:sldMk cId="1116150053" sldId="279"/>
        </pc:sldMkLst>
        <pc:spChg chg="mod">
          <ac:chgData name="karim saari" userId="072d8f137dccd88c" providerId="LiveId" clId="{79772CFA-CDAC-44C0-917B-DBC5B034F35C}" dt="2026-05-24T15:04:56.003" v="103"/>
          <ac:spMkLst>
            <pc:docMk/>
            <pc:sldMk cId="1116150053" sldId="279"/>
            <ac:spMk id="238" creationId="{00000000-0000-0000-0000-000000000000}"/>
          </ac:spMkLst>
        </pc:spChg>
      </pc:sldChg>
      <pc:sldChg chg="delSp mod">
        <pc:chgData name="karim saari" userId="072d8f137dccd88c" providerId="LiveId" clId="{79772CFA-CDAC-44C0-917B-DBC5B034F35C}" dt="2026-05-24T15:04:40.883" v="93" actId="478"/>
        <pc:sldMkLst>
          <pc:docMk/>
          <pc:sldMk cId="2285333943" sldId="281"/>
        </pc:sldMkLst>
        <pc:spChg chg="del">
          <ac:chgData name="karim saari" userId="072d8f137dccd88c" providerId="LiveId" clId="{79772CFA-CDAC-44C0-917B-DBC5B034F35C}" dt="2026-05-24T15:04:40.883" v="93" actId="478"/>
          <ac:spMkLst>
            <pc:docMk/>
            <pc:sldMk cId="2285333943" sldId="281"/>
            <ac:spMk id="2" creationId="{18E76741-5EBA-4DDA-BAAF-74379A3EC4E0}"/>
          </ac:spMkLst>
        </pc:spChg>
      </pc:sldChg>
      <pc:sldChg chg="modSp mod">
        <pc:chgData name="karim saari" userId="072d8f137dccd88c" providerId="LiveId" clId="{79772CFA-CDAC-44C0-917B-DBC5B034F35C}" dt="2026-05-24T15:08:41.734" v="112" actId="1076"/>
        <pc:sldMkLst>
          <pc:docMk/>
          <pc:sldMk cId="3615399864" sldId="282"/>
        </pc:sldMkLst>
        <pc:spChg chg="mod">
          <ac:chgData name="karim saari" userId="072d8f137dccd88c" providerId="LiveId" clId="{79772CFA-CDAC-44C0-917B-DBC5B034F35C}" dt="2026-05-24T15:04:55.905" v="100"/>
          <ac:spMkLst>
            <pc:docMk/>
            <pc:sldMk cId="3615399864" sldId="282"/>
            <ac:spMk id="38" creationId="{DC29ADA5-257D-4EB9-B07C-68296103C952}"/>
          </ac:spMkLst>
        </pc:spChg>
        <pc:spChg chg="mod">
          <ac:chgData name="karim saari" userId="072d8f137dccd88c" providerId="LiveId" clId="{79772CFA-CDAC-44C0-917B-DBC5B034F35C}" dt="2026-05-24T15:08:41.734" v="112" actId="1076"/>
          <ac:spMkLst>
            <pc:docMk/>
            <pc:sldMk cId="3615399864" sldId="282"/>
            <ac:spMk id="39" creationId="{D0ABAC73-194D-400E-AE58-22CB7697E897}"/>
          </ac:spMkLst>
        </pc:spChg>
      </pc:sldChg>
      <pc:sldChg chg="new del ord">
        <pc:chgData name="karim saari" userId="072d8f137dccd88c" providerId="LiveId" clId="{79772CFA-CDAC-44C0-917B-DBC5B034F35C}" dt="2026-05-24T15:04:16.695" v="92" actId="47"/>
        <pc:sldMkLst>
          <pc:docMk/>
          <pc:sldMk cId="3563116036" sldId="283"/>
        </pc:sldMkLst>
      </pc:sldChg>
      <pc:sldChg chg="addSp delSp modSp new mod ord">
        <pc:chgData name="karim saari" userId="072d8f137dccd88c" providerId="LiveId" clId="{79772CFA-CDAC-44C0-917B-DBC5B034F35C}" dt="2026-05-24T15:20:35.287" v="189" actId="1076"/>
        <pc:sldMkLst>
          <pc:docMk/>
          <pc:sldMk cId="4293405087" sldId="284"/>
        </pc:sldMkLst>
        <pc:spChg chg="add mod">
          <ac:chgData name="karim saari" userId="072d8f137dccd88c" providerId="LiveId" clId="{79772CFA-CDAC-44C0-917B-DBC5B034F35C}" dt="2026-05-24T15:02:58.102" v="9"/>
          <ac:spMkLst>
            <pc:docMk/>
            <pc:sldMk cId="4293405087" sldId="284"/>
            <ac:spMk id="4" creationId="{BB85C22D-1BE5-4C4C-91C9-A1D05709E084}"/>
          </ac:spMkLst>
        </pc:spChg>
        <pc:spChg chg="add mod">
          <ac:chgData name="karim saari" userId="072d8f137dccd88c" providerId="LiveId" clId="{79772CFA-CDAC-44C0-917B-DBC5B034F35C}" dt="2026-05-24T15:02:58.105" v="12"/>
          <ac:spMkLst>
            <pc:docMk/>
            <pc:sldMk cId="4293405087" sldId="284"/>
            <ac:spMk id="5" creationId="{25ABC425-FEAB-4119-AF03-9E07F6E2065A}"/>
          </ac:spMkLst>
        </pc:spChg>
        <pc:spChg chg="add mod">
          <ac:chgData name="karim saari" userId="072d8f137dccd88c" providerId="LiveId" clId="{79772CFA-CDAC-44C0-917B-DBC5B034F35C}" dt="2026-05-24T15:02:58.115" v="20"/>
          <ac:spMkLst>
            <pc:docMk/>
            <pc:sldMk cId="4293405087" sldId="284"/>
            <ac:spMk id="6" creationId="{18E6DEEC-4CA9-4BE8-9908-8791E2A82527}"/>
          </ac:spMkLst>
        </pc:spChg>
        <pc:spChg chg="add del mod">
          <ac:chgData name="karim saari" userId="072d8f137dccd88c" providerId="LiveId" clId="{79772CFA-CDAC-44C0-917B-DBC5B034F35C}" dt="2026-05-24T15:20:31.779" v="188" actId="478"/>
          <ac:spMkLst>
            <pc:docMk/>
            <pc:sldMk cId="4293405087" sldId="284"/>
            <ac:spMk id="7" creationId="{5D4764E2-33D7-43B3-BA4C-7841D06ABBFB}"/>
          </ac:spMkLst>
        </pc:spChg>
        <pc:spChg chg="add mod">
          <ac:chgData name="karim saari" userId="072d8f137dccd88c" providerId="LiveId" clId="{79772CFA-CDAC-44C0-917B-DBC5B034F35C}" dt="2026-05-24T15:20:35.287" v="189" actId="1076"/>
          <ac:spMkLst>
            <pc:docMk/>
            <pc:sldMk cId="4293405087" sldId="284"/>
            <ac:spMk id="8" creationId="{E83DB036-CB6F-4932-BCB8-E0B0DFC24B5D}"/>
          </ac:spMkLst>
        </pc:spChg>
        <pc:spChg chg="add mod">
          <ac:chgData name="karim saari" userId="072d8f137dccd88c" providerId="LiveId" clId="{79772CFA-CDAC-44C0-917B-DBC5B034F35C}" dt="2026-05-24T15:02:58.137" v="38"/>
          <ac:spMkLst>
            <pc:docMk/>
            <pc:sldMk cId="4293405087" sldId="284"/>
            <ac:spMk id="9" creationId="{2A4F5AE5-8637-49DE-BDEE-DD697BE42852}"/>
          </ac:spMkLst>
        </pc:spChg>
        <pc:spChg chg="add mod">
          <ac:chgData name="karim saari" userId="072d8f137dccd88c" providerId="LiveId" clId="{79772CFA-CDAC-44C0-917B-DBC5B034F35C}" dt="2026-05-24T15:19:38.291" v="185" actId="20577"/>
          <ac:spMkLst>
            <pc:docMk/>
            <pc:sldMk cId="4293405087" sldId="284"/>
            <ac:spMk id="10" creationId="{541A1786-2737-4BE9-8581-CF3C4B3BFADF}"/>
          </ac:spMkLst>
        </pc:spChg>
        <pc:spChg chg="add mod">
          <ac:chgData name="karim saari" userId="072d8f137dccd88c" providerId="LiveId" clId="{79772CFA-CDAC-44C0-917B-DBC5B034F35C}" dt="2026-05-24T15:02:58.157" v="53"/>
          <ac:spMkLst>
            <pc:docMk/>
            <pc:sldMk cId="4293405087" sldId="284"/>
            <ac:spMk id="11" creationId="{79B1EA1E-450A-456C-89DC-5B6EDAE7C864}"/>
          </ac:spMkLst>
        </pc:spChg>
        <pc:spChg chg="add mod">
          <ac:chgData name="karim saari" userId="072d8f137dccd88c" providerId="LiveId" clId="{79772CFA-CDAC-44C0-917B-DBC5B034F35C}" dt="2026-05-24T15:06:31.143" v="109" actId="207"/>
          <ac:spMkLst>
            <pc:docMk/>
            <pc:sldMk cId="4293405087" sldId="284"/>
            <ac:spMk id="12" creationId="{F0CA3DAC-07A7-4A19-93CD-03C0E65CCCE1}"/>
          </ac:spMkLst>
        </pc:spChg>
        <pc:spChg chg="add mod">
          <ac:chgData name="karim saari" userId="072d8f137dccd88c" providerId="LiveId" clId="{79772CFA-CDAC-44C0-917B-DBC5B034F35C}" dt="2026-05-24T15:05:50.045" v="106" actId="207"/>
          <ac:spMkLst>
            <pc:docMk/>
            <pc:sldMk cId="4293405087" sldId="284"/>
            <ac:spMk id="13" creationId="{0C0A0F88-E5E6-47E0-9506-E537D183F427}"/>
          </ac:spMkLst>
        </pc:spChg>
        <pc:spChg chg="add mod">
          <ac:chgData name="karim saari" userId="072d8f137dccd88c" providerId="LiveId" clId="{79772CFA-CDAC-44C0-917B-DBC5B034F35C}" dt="2026-05-24T15:02:58.176" v="70"/>
          <ac:spMkLst>
            <pc:docMk/>
            <pc:sldMk cId="4293405087" sldId="284"/>
            <ac:spMk id="14" creationId="{8C7BB220-14FA-475E-964B-95848DF44782}"/>
          </ac:spMkLst>
        </pc:spChg>
        <pc:spChg chg="add del mod">
          <ac:chgData name="karim saari" userId="072d8f137dccd88c" providerId="LiveId" clId="{79772CFA-CDAC-44C0-917B-DBC5B034F35C}" dt="2026-05-24T15:05:54.237" v="107" actId="478"/>
          <ac:spMkLst>
            <pc:docMk/>
            <pc:sldMk cId="4293405087" sldId="284"/>
            <ac:spMk id="15" creationId="{343F1B04-308B-495B-9B0A-CE47098EBD4C}"/>
          </ac:spMkLst>
        </pc:spChg>
        <pc:spChg chg="add mod">
          <ac:chgData name="karim saari" userId="072d8f137dccd88c" providerId="LiveId" clId="{79772CFA-CDAC-44C0-917B-DBC5B034F35C}" dt="2026-05-24T15:04:55.980" v="102"/>
          <ac:spMkLst>
            <pc:docMk/>
            <pc:sldMk cId="4293405087" sldId="284"/>
            <ac:spMk id="16" creationId="{2A0E0D5A-86FC-4948-BA15-AA5C2B83B809}"/>
          </ac:spMkLst>
        </pc:spChg>
        <pc:spChg chg="add mod">
          <ac:chgData name="karim saari" userId="072d8f137dccd88c" providerId="LiveId" clId="{79772CFA-CDAC-44C0-917B-DBC5B034F35C}" dt="2026-05-24T15:06:45.900" v="110" actId="1076"/>
          <ac:spMkLst>
            <pc:docMk/>
            <pc:sldMk cId="4293405087" sldId="284"/>
            <ac:spMk id="17" creationId="{7CB9D03F-676B-4E52-BE1A-D68205277F0D}"/>
          </ac:spMkLst>
        </pc:spChg>
      </pc:sldChg>
      <pc:sldChg chg="new del">
        <pc:chgData name="karim saari" userId="072d8f137dccd88c" providerId="LiveId" clId="{79772CFA-CDAC-44C0-917B-DBC5B034F35C}" dt="2026-05-24T15:13:54.425" v="117" actId="47"/>
        <pc:sldMkLst>
          <pc:docMk/>
          <pc:sldMk cId="1096962866" sldId="285"/>
        </pc:sldMkLst>
      </pc:sldChg>
      <pc:sldMasterChg chg="delSldLayout">
        <pc:chgData name="karim saari" userId="072d8f137dccd88c" providerId="LiveId" clId="{79772CFA-CDAC-44C0-917B-DBC5B034F35C}" dt="2026-05-24T15:13:54.425" v="117" actId="47"/>
        <pc:sldMasterMkLst>
          <pc:docMk/>
          <pc:sldMasterMk cId="1879302021" sldId="2147483660"/>
        </pc:sldMasterMkLst>
        <pc:sldLayoutChg chg="del">
          <pc:chgData name="karim saari" userId="072d8f137dccd88c" providerId="LiveId" clId="{79772CFA-CDAC-44C0-917B-DBC5B034F35C}" dt="2026-05-24T15:13:54.425" v="117" actId="47"/>
          <pc:sldLayoutMkLst>
            <pc:docMk/>
            <pc:sldMasterMk cId="1879302021" sldId="2147483660"/>
            <pc:sldLayoutMk cId="3038142626" sldId="214748366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583665-5A0D-4405-9F3B-244C3B110FA1}" type="datetimeFigureOut">
              <a:rPr lang="fr-FR" smtClean="0"/>
              <a:t>24/05/2026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B217D0-327D-4D58-9EEA-660D7D0BB5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7162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B217D0-327D-4D58-9EEA-660D7D0BB5A7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8741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0DBCDF-D2C0-4E43-46B9-0DB0D53E20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903E689-7E90-E1D1-6645-60AD2E5C6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DFAA9C-BDC6-4DC1-E4E0-1589C4996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6C9CF-8BAA-49DF-9CA8-A7B0F8C229A8}" type="datetimeFigureOut">
              <a:rPr lang="fr-FR" smtClean="0"/>
              <a:t>24/05/2026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F215662-DCD8-0B82-24DB-CF56A1E2A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01CC19-B971-5EAC-FB11-C5D02F942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2CBA1-7AC1-452E-B2AF-A27434A79B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3430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6B769C-BE68-8504-6182-9285FE03F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A0C241D-729B-5059-0F31-477771446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DEEEC3-74CA-6DCB-81F8-3287F4993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6C9CF-8BAA-49DF-9CA8-A7B0F8C229A8}" type="datetimeFigureOut">
              <a:rPr lang="fr-FR" smtClean="0"/>
              <a:t>24/05/2026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1B91BF-B429-034C-7F4B-9290EC6B8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4C98D6-E620-3292-E942-96849066F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2CBA1-7AC1-452E-B2AF-A27434A79B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6388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C80863-B7C8-912A-7F76-024751ACB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0C0E40-2292-F32D-A7D5-12F5259523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EE60E3E-824F-F048-DEDE-03A09E9C2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2292543-3B80-EDFA-5E23-CB1A2869E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6C9CF-8BAA-49DF-9CA8-A7B0F8C229A8}" type="datetimeFigureOut">
              <a:rPr lang="fr-FR" smtClean="0"/>
              <a:t>24/05/2026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E14D091-713A-D7D6-BD47-28479B597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E223B47-1EDF-5CED-2471-F13CEA41D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2CBA1-7AC1-452E-B2AF-A27434A79B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2957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00ECCB-512C-009B-0145-68FA04BE1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1C3A4B8-7794-A12B-4C3A-FA5855FB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30A3105-080A-EB3B-8FC9-D7C023A3D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6A68F81-84AF-2087-2868-47725E742F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FC0A588-5B3B-477F-958F-7C67CB3250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A00BA08-6717-A599-75E0-65EFA1484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6C9CF-8BAA-49DF-9CA8-A7B0F8C229A8}" type="datetimeFigureOut">
              <a:rPr lang="fr-FR" smtClean="0"/>
              <a:t>24/05/2026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BB83165-0539-A910-E60A-BB4E167E3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C21B135-DA30-1CDB-D447-23FE1094A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2CBA1-7AC1-452E-B2AF-A27434A79B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8594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C35215-7E4A-7CE2-BC8C-99C34B93B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02F4EE7-0D2E-D9B1-76B4-7465CBAB9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6C9CF-8BAA-49DF-9CA8-A7B0F8C229A8}" type="datetimeFigureOut">
              <a:rPr lang="fr-FR" smtClean="0"/>
              <a:t>24/05/2026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B1603AE-E44D-CB3E-CD96-26D006F7D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4FF3250-1126-7EE5-F3E0-334849F6B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2CBA1-7AC1-452E-B2AF-A27434A79B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982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965186C-6A9F-5A43-8E7E-EFFCD87B9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6C9CF-8BAA-49DF-9CA8-A7B0F8C229A8}" type="datetimeFigureOut">
              <a:rPr lang="fr-FR" smtClean="0"/>
              <a:t>24/05/2026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F4ABDF7-B570-4CBE-B0AB-EFACBB3FB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C41438-4BCD-DD0C-8C95-A049E8D6A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2CBA1-7AC1-452E-B2AF-A27434A79B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2580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48E8A1-7198-0098-2DEE-3A420607D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7D4DE7-9D7A-26C3-1A33-7B0C76055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6F3338F-7C86-6AFA-ED47-98F69FF56E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FE51C9B-7CBF-E92D-23EE-FD6ADEB54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6C9CF-8BAA-49DF-9CA8-A7B0F8C229A8}" type="datetimeFigureOut">
              <a:rPr lang="fr-FR" smtClean="0"/>
              <a:t>24/05/2026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D82F0AD-3B64-0A89-5A9E-20248A2B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804D4B6-15F1-4F3B-71D3-156921E78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2CBA1-7AC1-452E-B2AF-A27434A79B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2155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C5DFA0-6C15-B9AF-A65B-E3E3CA2E4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0F94633-A17C-4A07-E4AA-A980F4913E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ABFD0C5-717E-5951-ED6F-E5C7E2F7B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42CC699-96BA-6B53-D47D-FD8977226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6C9CF-8BAA-49DF-9CA8-A7B0F8C229A8}" type="datetimeFigureOut">
              <a:rPr lang="fr-FR" smtClean="0"/>
              <a:t>24/05/2026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88C147E-DE86-6549-8BF1-8AA4E103C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D93024A-335A-C2C8-B1F3-746D18395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2CBA1-7AC1-452E-B2AF-A27434A79B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3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22BEEC-B374-C1A8-363C-80C887372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D5B4202-FDB2-07AF-48B4-69280A4B09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87D31C2-E6CD-46E4-8163-6F70E9176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6C9CF-8BAA-49DF-9CA8-A7B0F8C229A8}" type="datetimeFigureOut">
              <a:rPr lang="fr-FR" smtClean="0"/>
              <a:t>24/05/2026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743550-F6ED-E5B2-31AB-FEF552ABE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79085C-87CC-6852-A288-70C5803B0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2CBA1-7AC1-452E-B2AF-A27434A79B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731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12C0EA7-8B14-65AB-5790-2AAD838447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904E3DA-E001-D185-5A6C-73E9905882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8B9B95-C609-E3D2-2ECB-74C9FFBD1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6C9CF-8BAA-49DF-9CA8-A7B0F8C229A8}" type="datetimeFigureOut">
              <a:rPr lang="fr-FR" smtClean="0"/>
              <a:t>24/05/2026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8336B7-E872-6747-753B-1F495180E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7376B7-EDC4-ACBC-5561-4792C9647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2CBA1-7AC1-452E-B2AF-A27434A79B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1286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9F7E4B3-4E6E-0E48-283F-060ADD268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99A6F5B-B181-1E8E-5132-5E10EFDB8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9B5753-2D6E-5D35-36BC-15F371B018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26C9CF-8BAA-49DF-9CA8-A7B0F8C229A8}" type="datetimeFigureOut">
              <a:rPr lang="fr-FR" smtClean="0"/>
              <a:t>24/05/2026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3FE85A-2BF8-36B2-A27E-AD86BF6924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9728A7-D5DB-C914-73C2-48E60288EF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12CBA1-7AC1-452E-B2AF-A27434A79B40}" type="slidenum">
              <a:rPr lang="fr-FR" smtClean="0"/>
              <a:t>‹N°›</a:t>
            </a:fld>
            <a:endParaRPr lang="fr-FR"/>
          </a:p>
        </p:txBody>
      </p:sp>
      <p:sp>
        <p:nvSpPr>
          <p:cNvPr id="9001" name="AccentBar"/>
          <p:cNvSpPr/>
          <p:nvPr userDrawn="1"/>
        </p:nvSpPr>
        <p:spPr>
          <a:xfrm>
            <a:off x="0" y="0"/>
            <a:ext cx="60960" cy="5486400"/>
          </a:xfrm>
          <a:prstGeom prst="rect">
            <a:avLst/>
          </a:prstGeom>
          <a:solidFill>
            <a:srgbClr val="21C47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930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9pPr>
    </p:bodyStyle>
    <p:otherStyle>
      <a:defPPr>
        <a:defRPr lang="fr-FR">
          <a:solidFill>
            <a:srgbClr val="FFFFFF"/>
          </a:solidFill>
        </a:defRPr>
      </a:defPPr>
      <a:lvl1pPr marL="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karimsaari.com/photographe-environnemental-marseille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karimsaari.com/les-francais-yann-arthus-bertrand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karimsaari.com/depollution-marine" TargetMode="Externa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karimsaari.com/presse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karimsaari/" TargetMode="External"/><Relationship Id="rId3" Type="http://schemas.openxmlformats.org/officeDocument/2006/relationships/hyperlink" Target="https://www.tiktok.com/@dark.massilia" TargetMode="External"/><Relationship Id="rId7" Type="http://schemas.openxmlformats.org/officeDocument/2006/relationships/hyperlink" Target="https://500px.com/p/karimsaari" TargetMode="External"/><Relationship Id="rId2" Type="http://schemas.openxmlformats.org/officeDocument/2006/relationships/hyperlink" Target="https://www.instagram.com/karimsaari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facebook.com/groups/calanque/" TargetMode="External"/><Relationship Id="rId5" Type="http://schemas.openxmlformats.org/officeDocument/2006/relationships/hyperlink" Target="https://x.com/dark_massilia" TargetMode="External"/><Relationship Id="rId10" Type="http://schemas.openxmlformats.org/officeDocument/2006/relationships/hyperlink" Target="https://karimsaari.com/communaute" TargetMode="External"/><Relationship Id="rId4" Type="http://schemas.openxmlformats.org/officeDocument/2006/relationships/hyperlink" Target="https://www.youtube.com/@dark.massilia" TargetMode="External"/><Relationship Id="rId9" Type="http://schemas.openxmlformats.org/officeDocument/2006/relationships/hyperlink" Target="https://www.facebook.com/Photographie.Marseille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karimsaari.com/communaute-calanques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karimsaari.com/contact" TargetMode="External"/><Relationship Id="rId2" Type="http://schemas.openxmlformats.org/officeDocument/2006/relationships/hyperlink" Target="https://karimsaari.com/" TargetMode="Externa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karimsaari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40015B1-1CE1-4FA2-82DC-B088C0BB488A}"/>
              </a:ext>
            </a:extLst>
          </p:cNvPr>
          <p:cNvSpPr/>
          <p:nvPr/>
        </p:nvSpPr>
        <p:spPr>
          <a:xfrm>
            <a:off x="1016000" y="1143000"/>
            <a:ext cx="762000" cy="50800"/>
          </a:xfrm>
          <a:prstGeom prst="rect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2E4022-AB89-414C-9EEB-F48F35B33B67}"/>
              </a:ext>
            </a:extLst>
          </p:cNvPr>
          <p:cNvSpPr txBox="1"/>
          <p:nvPr/>
        </p:nvSpPr>
        <p:spPr>
          <a:xfrm>
            <a:off x="1016000" y="1333500"/>
            <a:ext cx="508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21C47B"/>
                </a:solidFill>
                <a:latin typeface="Montserrat"/>
              </a:rPr>
              <a:t>DOSSIER DE PRESSE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5C4C298-AA3E-4BC4-A8AA-24B0A8E200A3}"/>
              </a:ext>
            </a:extLst>
          </p:cNvPr>
          <p:cNvSpPr txBox="1"/>
          <p:nvPr/>
        </p:nvSpPr>
        <p:spPr>
          <a:xfrm>
            <a:off x="3036502" y="949463"/>
            <a:ext cx="2249371" cy="765037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4800" b="1" dirty="0">
                <a:solidFill>
                  <a:srgbClr val="FFFFFF"/>
                </a:solidFill>
                <a:latin typeface="Montserrat"/>
              </a:rPr>
              <a:t>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BA634E-5351-4FDF-ABDB-33ABDCF484DF}"/>
              </a:ext>
            </a:extLst>
          </p:cNvPr>
          <p:cNvSpPr/>
          <p:nvPr/>
        </p:nvSpPr>
        <p:spPr>
          <a:xfrm>
            <a:off x="1016000" y="5403850"/>
            <a:ext cx="508000" cy="38100"/>
          </a:xfrm>
          <a:prstGeom prst="rect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1BBE872-A321-4DB3-86EC-CD9F1768AD9B}"/>
              </a:ext>
            </a:extLst>
          </p:cNvPr>
          <p:cNvSpPr txBox="1"/>
          <p:nvPr/>
        </p:nvSpPr>
        <p:spPr>
          <a:xfrm>
            <a:off x="938998" y="556895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i="1" dirty="0">
                <a:solidFill>
                  <a:srgbClr val="C8D6DE"/>
                </a:solidFill>
                <a:latin typeface="Open Sans"/>
                <a:ea typeface="Open Sans"/>
                <a:cs typeface="Open Sans"/>
              </a:rPr>
              <a:t>Photographe environnemental &amp; Sentinelle des Calanques de Marseille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43A8719-A51E-4665-9090-79D349F79DD1}"/>
              </a:ext>
            </a:extLst>
          </p:cNvPr>
          <p:cNvSpPr txBox="1"/>
          <p:nvPr/>
        </p:nvSpPr>
        <p:spPr>
          <a:xfrm>
            <a:off x="1016000" y="6223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21C47B"/>
                </a:solidFill>
                <a:latin typeface="Montserrat"/>
              </a:rPr>
              <a:t>MARSEILLE · FRANCE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1CBA0EF-3C47-4F74-B08F-D7F78A9DAE22}"/>
              </a:ext>
            </a:extLst>
          </p:cNvPr>
          <p:cNvSpPr txBox="1"/>
          <p:nvPr/>
        </p:nvSpPr>
        <p:spPr>
          <a:xfrm>
            <a:off x="1016000" y="6438900"/>
            <a:ext cx="2540000" cy="177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900" dirty="0">
                <a:solidFill>
                  <a:srgbClr val="21C47B"/>
                </a:solidFill>
                <a:latin typeface="Montserrat"/>
              </a:rPr>
              <a:t>karimsaari.com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E42E69-731E-4D74-9C03-7AA0A12A6701}"/>
              </a:ext>
            </a:extLst>
          </p:cNvPr>
          <p:cNvSpPr/>
          <p:nvPr/>
        </p:nvSpPr>
        <p:spPr>
          <a:xfrm>
            <a:off x="86626" y="1924050"/>
            <a:ext cx="12105373" cy="33528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042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D48581AC-304A-4ED9-84C8-81F4AEA60047}"/>
              </a:ext>
            </a:extLst>
          </p:cNvPr>
          <p:cNvSpPr txBox="1"/>
          <p:nvPr/>
        </p:nvSpPr>
        <p:spPr>
          <a:xfrm>
            <a:off x="1016000" y="7620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21C47B"/>
                </a:solidFill>
                <a:latin typeface="Montserrat"/>
              </a:rPr>
              <a:t>PROFIL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DE2DD26-DADD-48E3-9FDE-D77767253F4B}"/>
              </a:ext>
            </a:extLst>
          </p:cNvPr>
          <p:cNvSpPr txBox="1"/>
          <p:nvPr/>
        </p:nvSpPr>
        <p:spPr>
          <a:xfrm>
            <a:off x="1016000" y="1079500"/>
            <a:ext cx="762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4400" b="1">
                <a:solidFill>
                  <a:srgbClr val="FFFFFF"/>
                </a:solidFill>
                <a:latin typeface="Montserrat"/>
              </a:rPr>
              <a:t>Karim Saari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A1D1858-151C-4FC3-9FDD-6ECCE89C7ED3}"/>
              </a:ext>
            </a:extLst>
          </p:cNvPr>
          <p:cNvSpPr txBox="1"/>
          <p:nvPr/>
        </p:nvSpPr>
        <p:spPr>
          <a:xfrm>
            <a:off x="1016000" y="1841500"/>
            <a:ext cx="635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i="1">
                <a:solidFill>
                  <a:srgbClr val="8FE3B8"/>
                </a:solidFill>
                <a:latin typeface="Open Sans"/>
                <a:ea typeface="Open Sans"/>
                <a:cs typeface="Open Sans"/>
              </a:rPr>
              <a:t>dit Dark Massilia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4F47BB-2E84-4E96-A4C1-F7FF672A3A6E}"/>
              </a:ext>
            </a:extLst>
          </p:cNvPr>
          <p:cNvSpPr/>
          <p:nvPr/>
        </p:nvSpPr>
        <p:spPr>
          <a:xfrm>
            <a:off x="1016000" y="2540000"/>
            <a:ext cx="3219116" cy="3556000"/>
          </a:xfrm>
          <a:prstGeom prst="rect">
            <a:avLst/>
          </a:prstGeom>
          <a:solidFill>
            <a:srgbClr val="0A1A24"/>
          </a:solidFill>
          <a:ln w="19050" cap="flat" cmpd="sng" algn="ctr">
            <a:solidFill>
              <a:srgbClr val="21C47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1E1FC30-C4C8-47D0-9570-28460B1E3715}"/>
              </a:ext>
            </a:extLst>
          </p:cNvPr>
          <p:cNvSpPr txBox="1"/>
          <p:nvPr/>
        </p:nvSpPr>
        <p:spPr>
          <a:xfrm>
            <a:off x="1016000" y="4127500"/>
            <a:ext cx="355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21C47B"/>
                </a:solidFill>
                <a:latin typeface="Montserrat"/>
              </a:rPr>
              <a:t>PHOTO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724CE49-BE77-4AD4-857E-173E11D56D6D}"/>
              </a:ext>
            </a:extLst>
          </p:cNvPr>
          <p:cNvSpPr txBox="1"/>
          <p:nvPr/>
        </p:nvSpPr>
        <p:spPr>
          <a:xfrm>
            <a:off x="1016000" y="45085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dirty="0">
                <a:solidFill>
                  <a:srgbClr val="7B95A3"/>
                </a:solidFill>
                <a:latin typeface="Open Sans"/>
                <a:ea typeface="Open Sans"/>
                <a:cs typeface="Open Sans"/>
              </a:rPr>
              <a:t>Portrait à insérer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F4E994-5F97-4918-A185-91DA8FF282C3}"/>
              </a:ext>
            </a:extLst>
          </p:cNvPr>
          <p:cNvSpPr/>
          <p:nvPr/>
        </p:nvSpPr>
        <p:spPr>
          <a:xfrm>
            <a:off x="5080000" y="2540000"/>
            <a:ext cx="38100" cy="762000"/>
          </a:xfrm>
          <a:prstGeom prst="rect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7971BFC-5557-4473-978B-A6170DECAE1E}"/>
              </a:ext>
            </a:extLst>
          </p:cNvPr>
          <p:cNvSpPr txBox="1"/>
          <p:nvPr/>
        </p:nvSpPr>
        <p:spPr>
          <a:xfrm>
            <a:off x="5334000" y="2540000"/>
            <a:ext cx="584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200" b="1">
                <a:solidFill>
                  <a:srgbClr val="FFFFFF"/>
                </a:solidFill>
                <a:latin typeface="Montserrat"/>
              </a:rPr>
              <a:t>Biographie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CC63776-EF2A-457D-8161-3098DA25F751}"/>
              </a:ext>
            </a:extLst>
          </p:cNvPr>
          <p:cNvSpPr txBox="1"/>
          <p:nvPr/>
        </p:nvSpPr>
        <p:spPr>
          <a:xfrm>
            <a:off x="5334000" y="2971800"/>
            <a:ext cx="584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21C47B"/>
                </a:solidFill>
                <a:latin typeface="Open Sans"/>
                <a:ea typeface="Open Sans"/>
                <a:cs typeface="Open Sans"/>
              </a:rPr>
              <a:t>Apnéiste  ·  Photographe  ·  Militant écologique</a:t>
            </a:r>
          </a:p>
        </p:txBody>
      </p:sp>
      <p:sp>
        <p:nvSpPr>
          <p:cNvPr id="11" name="BioBody">
            <a:extLst>
              <a:ext uri="{FF2B5EF4-FFF2-40B4-BE49-F238E27FC236}">
                <a16:creationId xmlns:a16="http://schemas.microsoft.com/office/drawing/2014/main" id="{5128ABEF-8B36-460B-8D84-2C62DCDED5BE}"/>
              </a:ext>
            </a:extLst>
          </p:cNvPr>
          <p:cNvSpPr txBox="1"/>
          <p:nvPr/>
        </p:nvSpPr>
        <p:spPr>
          <a:xfrm>
            <a:off x="5334000" y="3429000"/>
            <a:ext cx="58420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lang="fr-FR" sz="1400" dirty="0">
                <a:solidFill>
                  <a:srgbClr val="FFFFFF"/>
                </a:solidFill>
                <a:latin typeface="Open Sans"/>
              </a:rPr>
              <a:t>Apnéiste, photographe environnemental et militant écologique basé à </a:t>
            </a:r>
            <a:r>
              <a:rPr lang="fr-FR" sz="1400" b="1" dirty="0">
                <a:solidFill>
                  <a:srgbClr val="FFFFFF"/>
                </a:solidFill>
                <a:latin typeface="Open Sans"/>
              </a:rPr>
              <a:t>Marseille</a:t>
            </a:r>
            <a:r>
              <a:rPr lang="fr-FR" sz="1400" dirty="0">
                <a:solidFill>
                  <a:srgbClr val="FFFFFF"/>
                </a:solidFill>
                <a:latin typeface="Open Sans"/>
              </a:rPr>
              <a:t>.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lang="fr-FR" sz="1400" dirty="0">
                <a:solidFill>
                  <a:srgbClr val="FFFFFF"/>
                </a:solidFill>
                <a:latin typeface="Open Sans"/>
              </a:rPr>
              <a:t>Engagé depuis 10 ans pour la protection de la </a:t>
            </a:r>
            <a:r>
              <a:rPr lang="fr-FR" sz="1400" b="1" dirty="0">
                <a:solidFill>
                  <a:srgbClr val="21C47B"/>
                </a:solidFill>
                <a:latin typeface="Open Sans"/>
              </a:rPr>
              <a:t>Méditerranée et des Calanques</a:t>
            </a:r>
            <a:r>
              <a:rPr lang="fr-FR" sz="1400" dirty="0">
                <a:solidFill>
                  <a:srgbClr val="FFFFFF"/>
                </a:solidFill>
                <a:latin typeface="Open Sans"/>
              </a:rPr>
              <a:t> de Marseille à travers la photographie et la sensibilisation.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lang="fr-FR" sz="1400" dirty="0">
                <a:solidFill>
                  <a:srgbClr val="FFFFFF"/>
                </a:solidFill>
                <a:latin typeface="Open Sans"/>
              </a:rPr>
              <a:t>Membre de </a:t>
            </a:r>
            <a:r>
              <a:rPr lang="fr-FR" sz="1400" b="1" dirty="0">
                <a:solidFill>
                  <a:srgbClr val="21C47B"/>
                </a:solidFill>
                <a:latin typeface="Open Sans"/>
              </a:rPr>
              <a:t>Team Oxygen</a:t>
            </a:r>
            <a:r>
              <a:rPr lang="fr-FR" sz="1400" dirty="0">
                <a:solidFill>
                  <a:srgbClr val="FFFFFF"/>
                </a:solidFill>
                <a:latin typeface="Open Sans"/>
              </a:rPr>
              <a:t> depuis 5 ans, président depuis 2026, il participe au </a:t>
            </a:r>
            <a:r>
              <a:rPr lang="fr-FR" sz="1400" b="1" dirty="0">
                <a:solidFill>
                  <a:srgbClr val="21C47B"/>
                </a:solidFill>
                <a:latin typeface="Open Sans"/>
              </a:rPr>
              <a:t>Projet Sentinelle</a:t>
            </a:r>
            <a:r>
              <a:rPr lang="fr-FR" sz="1400" dirty="0">
                <a:solidFill>
                  <a:srgbClr val="FFFFFF"/>
                </a:solidFill>
                <a:latin typeface="Open Sans"/>
              </a:rPr>
              <a:t> depuis sa première édition — opération annuelle de dépollution des Calanques dont la 5ème édition se tient cette année.</a:t>
            </a:r>
          </a:p>
          <a:p>
            <a:pPr marL="0" indent="0">
              <a:lnSpc>
                <a:spcPts val="1900"/>
              </a:lnSpc>
              <a:buNone/>
            </a:pPr>
            <a:r>
              <a:rPr lang="fr-FR" sz="1400" dirty="0">
                <a:solidFill>
                  <a:srgbClr val="FFFFFF"/>
                </a:solidFill>
                <a:latin typeface="Open Sans"/>
              </a:rPr>
              <a:t>Présent sur </a:t>
            </a:r>
            <a:r>
              <a:rPr lang="fr-FR" sz="1400" b="1" dirty="0">
                <a:solidFill>
                  <a:srgbClr val="FFFFFF"/>
                </a:solidFill>
                <a:latin typeface="Open Sans"/>
              </a:rPr>
              <a:t>Arte, France 3, TF1…</a:t>
            </a:r>
            <a:endParaRPr lang="fr-FR" sz="1400" dirty="0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0E8175D-D8B5-43D2-ADC4-F7A6EDA1ED57}"/>
              </a:ext>
            </a:extLst>
          </p:cNvPr>
          <p:cNvSpPr txBox="1"/>
          <p:nvPr/>
        </p:nvSpPr>
        <p:spPr>
          <a:xfrm>
            <a:off x="10414000" y="6350000"/>
            <a:ext cx="127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7B95A3"/>
                </a:solidFill>
                <a:latin typeface="Montserrat"/>
              </a:rPr>
              <a:t>02 / 11</a:t>
            </a:r>
          </a:p>
        </p:txBody>
      </p:sp>
      <p:pic>
        <p:nvPicPr>
          <p:cNvPr id="13" name="Graphic 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22500" y="3238500"/>
            <a:ext cx="1143000" cy="114300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A44B924A-5FC7-D6C9-BB3A-7B464E0417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401" y="2603500"/>
            <a:ext cx="3068713" cy="3434192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820EDF5C-8654-48C3-9357-D4E379CABE37}"/>
              </a:ext>
            </a:extLst>
          </p:cNvPr>
          <p:cNvSpPr txBox="1"/>
          <p:nvPr/>
        </p:nvSpPr>
        <p:spPr>
          <a:xfrm>
            <a:off x="5334000" y="6311900"/>
            <a:ext cx="2540000" cy="177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900" dirty="0">
                <a:solidFill>
                  <a:srgbClr val="21C47B"/>
                </a:solidFill>
                <a:latin typeface="Montserrat"/>
                <a:hlinkClick r:id="rId4"/>
              </a:rPr>
              <a:t>karimsaari.com/photographe-environnemental-</a:t>
            </a:r>
            <a:r>
              <a:rPr lang="fr-FR" sz="900" dirty="0" err="1">
                <a:solidFill>
                  <a:srgbClr val="21C47B"/>
                </a:solidFill>
                <a:latin typeface="Montserrat"/>
                <a:hlinkClick r:id="rId4"/>
              </a:rPr>
              <a:t>marseille</a:t>
            </a:r>
            <a:endParaRPr lang="fr-FR" sz="900" dirty="0">
              <a:solidFill>
                <a:srgbClr val="21C47B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609115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B65250-6E4C-A851-A159-46BCEFCBA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000" y="533400"/>
            <a:ext cx="10160000" cy="558800"/>
          </a:xfrm>
        </p:spPr>
        <p:txBody>
          <a:bodyPr/>
          <a:lstStyle/>
          <a:p>
            <a:pPr algn="l"/>
            <a:r>
              <a:rPr lang="fr-FR" sz="2800" b="1" dirty="0">
                <a:solidFill>
                  <a:srgbClr val="FFFFFF"/>
                </a:solidFill>
                <a:latin typeface="Montserrat"/>
              </a:rPr>
              <a:t>Les Français — Yann Arthus-Bertrand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C3D8D9B-F927-395E-2904-48F2E05B4A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6000" y="1143000"/>
            <a:ext cx="10160000" cy="457200"/>
          </a:xfrm>
        </p:spPr>
        <p:txBody>
          <a:bodyPr/>
          <a:lstStyle/>
          <a:p>
            <a:pPr algn="l">
              <a:buNone/>
            </a:pPr>
            <a:r>
              <a:rPr lang="fr-FR" sz="1600" dirty="0">
                <a:solidFill>
                  <a:srgbClr val="C8D6DE"/>
                </a:solidFill>
                <a:latin typeface="Open Sans"/>
              </a:rPr>
              <a:t>Team Oxygen à l'honneur dans le projet photographique de YAB — Marseille, 2024</a:t>
            </a:r>
          </a:p>
        </p:txBody>
      </p:sp>
      <p:sp>
        <p:nvSpPr>
          <p:cNvPr id="220" name="PhotoPlaceholder_YAB"/>
          <p:cNvSpPr>
            <a:spLocks noGrp="1"/>
          </p:cNvSpPr>
          <p:nvPr/>
        </p:nvSpPr>
        <p:spPr>
          <a:xfrm>
            <a:off x="3238500" y="1778000"/>
            <a:ext cx="5715000" cy="3810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25400">
            <a:solidFill>
              <a:srgbClr val="21C47B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21" name="Sep_YAB"/>
          <p:cNvSpPr/>
          <p:nvPr/>
        </p:nvSpPr>
        <p:spPr>
          <a:xfrm>
            <a:off x="1016000" y="1714500"/>
            <a:ext cx="508000" cy="38100"/>
          </a:xfrm>
          <a:prstGeom prst="rect">
            <a:avLst/>
          </a:prstGeom>
          <a:solidFill>
            <a:srgbClr val="21C47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Credit_YAB"/>
          <p:cNvSpPr/>
          <p:nvPr/>
        </p:nvSpPr>
        <p:spPr>
          <a:xfrm>
            <a:off x="3238500" y="56896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fr-FR" sz="1000" i="1" dirty="0">
                <a:solidFill>
                  <a:srgbClr val="7B95A3"/>
                </a:solidFill>
                <a:latin typeface="Open Sans"/>
              </a:rPr>
              <a:t>© Yann Arthus-Bertrand</a:t>
            </a:r>
          </a:p>
        </p:txBody>
      </p:sp>
      <p:sp>
        <p:nvSpPr>
          <p:cNvPr id="223" name="PageNum_YAB"/>
          <p:cNvSpPr/>
          <p:nvPr/>
        </p:nvSpPr>
        <p:spPr>
          <a:xfrm>
            <a:off x="10414000" y="6350000"/>
            <a:ext cx="1270000" cy="304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r>
              <a:rPr lang="fr-FR" sz="1100">
                <a:solidFill>
                  <a:srgbClr val="7B95A3"/>
                </a:solidFill>
                <a:latin typeface="Montserrat"/>
              </a:rPr>
              <a:t>03 / 11</a:t>
            </a:r>
            <a:endParaRPr lang="fr-FR" sz="1100" dirty="0">
              <a:solidFill>
                <a:srgbClr val="7B95A3"/>
              </a:solidFill>
              <a:latin typeface="Montserrat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F6A8B13-9615-479C-A71D-9C49FD6C107C}"/>
              </a:ext>
            </a:extLst>
          </p:cNvPr>
          <p:cNvSpPr txBox="1"/>
          <p:nvPr/>
        </p:nvSpPr>
        <p:spPr>
          <a:xfrm>
            <a:off x="3147461" y="1549400"/>
            <a:ext cx="2540000" cy="177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900" dirty="0">
                <a:solidFill>
                  <a:srgbClr val="21C47B"/>
                </a:solidFill>
                <a:latin typeface="Montserrat"/>
                <a:hlinkClick r:id="rId3"/>
              </a:rPr>
              <a:t>https://karimsaari.com/les-francais-yann-arthus-bertrand</a:t>
            </a:r>
            <a:endParaRPr lang="fr-FR" sz="900" dirty="0">
              <a:solidFill>
                <a:srgbClr val="21C47B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874616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13BC0BE-E1BB-43A6-8240-1515FD731441}"/>
              </a:ext>
            </a:extLst>
          </p:cNvPr>
          <p:cNvSpPr txBox="1"/>
          <p:nvPr/>
        </p:nvSpPr>
        <p:spPr>
          <a:xfrm>
            <a:off x="1016000" y="762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21C47B"/>
                </a:solidFill>
                <a:latin typeface="Montserrat"/>
              </a:rPr>
              <a:t>CHIFFRES CLÉS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DE19201-D9DA-4C79-90EC-D0708682B927}"/>
              </a:ext>
            </a:extLst>
          </p:cNvPr>
          <p:cNvSpPr txBox="1"/>
          <p:nvPr/>
        </p:nvSpPr>
        <p:spPr>
          <a:xfrm>
            <a:off x="1016000" y="1079500"/>
            <a:ext cx="1016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600" b="1">
                <a:solidFill>
                  <a:srgbClr val="FFFFFF"/>
                </a:solidFill>
                <a:latin typeface="Montserrat"/>
              </a:rPr>
              <a:t>L'impact en chiffres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063E4E-733D-40AA-8A5A-1AFDE576EDDC}"/>
              </a:ext>
            </a:extLst>
          </p:cNvPr>
          <p:cNvSpPr/>
          <p:nvPr/>
        </p:nvSpPr>
        <p:spPr>
          <a:xfrm>
            <a:off x="1016000" y="1841500"/>
            <a:ext cx="508000" cy="38100"/>
          </a:xfrm>
          <a:prstGeom prst="rect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7E9DAF-A1BF-4AB2-B9A7-F3E82F8EF7B7}"/>
              </a:ext>
            </a:extLst>
          </p:cNvPr>
          <p:cNvSpPr/>
          <p:nvPr/>
        </p:nvSpPr>
        <p:spPr>
          <a:xfrm>
            <a:off x="749300" y="2222500"/>
            <a:ext cx="2540000" cy="1778000"/>
          </a:xfrm>
          <a:prstGeom prst="rect">
            <a:avLst/>
          </a:prstGeom>
          <a:solidFill>
            <a:srgbClr val="0A1A24"/>
          </a:solidFill>
          <a:ln w="12700" cap="flat" cmpd="sng" algn="ctr">
            <a:solidFill>
              <a:srgbClr val="1A34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A87348-7260-4A06-A9A8-3880AF94368E}"/>
              </a:ext>
            </a:extLst>
          </p:cNvPr>
          <p:cNvSpPr/>
          <p:nvPr/>
        </p:nvSpPr>
        <p:spPr>
          <a:xfrm>
            <a:off x="749300" y="2222500"/>
            <a:ext cx="2540000" cy="38100"/>
          </a:xfrm>
          <a:prstGeom prst="rect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257F9BD-4A7E-4395-8666-D3F954D92777}"/>
              </a:ext>
            </a:extLst>
          </p:cNvPr>
          <p:cNvSpPr txBox="1"/>
          <p:nvPr/>
        </p:nvSpPr>
        <p:spPr>
          <a:xfrm>
            <a:off x="901700" y="2540000"/>
            <a:ext cx="22352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400" b="1">
                <a:solidFill>
                  <a:srgbClr val="21C47B"/>
                </a:solidFill>
                <a:latin typeface="Montserrat"/>
              </a:rPr>
              <a:t>5 724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BA2D25F-38F9-4D71-83AD-33AABC0CDA60}"/>
              </a:ext>
            </a:extLst>
          </p:cNvPr>
          <p:cNvSpPr txBox="1"/>
          <p:nvPr/>
        </p:nvSpPr>
        <p:spPr>
          <a:xfrm>
            <a:off x="901700" y="3238500"/>
            <a:ext cx="2235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8FE3B8"/>
                </a:solidFill>
                <a:latin typeface="Montserrat"/>
              </a:rPr>
              <a:t>kg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3447AF6-1EDA-4504-8A7F-525BC586C1C6}"/>
              </a:ext>
            </a:extLst>
          </p:cNvPr>
          <p:cNvSpPr txBox="1"/>
          <p:nvPr/>
        </p:nvSpPr>
        <p:spPr>
          <a:xfrm>
            <a:off x="901700" y="3556000"/>
            <a:ext cx="2235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dirty="0">
                <a:solidFill>
                  <a:srgbClr val="C8D6DE"/>
                </a:solidFill>
                <a:latin typeface="Open Sans"/>
                <a:ea typeface="Open Sans"/>
                <a:cs typeface="Open Sans"/>
              </a:rPr>
              <a:t>de déchets collectés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299F17-C780-48AA-9DF8-5CE51D130EBE}"/>
              </a:ext>
            </a:extLst>
          </p:cNvPr>
          <p:cNvSpPr/>
          <p:nvPr/>
        </p:nvSpPr>
        <p:spPr>
          <a:xfrm>
            <a:off x="3467100" y="2222500"/>
            <a:ext cx="2540000" cy="1778000"/>
          </a:xfrm>
          <a:prstGeom prst="rect">
            <a:avLst/>
          </a:prstGeom>
          <a:solidFill>
            <a:srgbClr val="0A1A24"/>
          </a:solidFill>
          <a:ln w="12700" cap="flat" cmpd="sng" algn="ctr">
            <a:solidFill>
              <a:srgbClr val="1A34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7F5D17-E31C-4C47-9424-3E1BB4B449C4}"/>
              </a:ext>
            </a:extLst>
          </p:cNvPr>
          <p:cNvSpPr/>
          <p:nvPr/>
        </p:nvSpPr>
        <p:spPr>
          <a:xfrm>
            <a:off x="3467100" y="2222500"/>
            <a:ext cx="2540000" cy="38100"/>
          </a:xfrm>
          <a:prstGeom prst="rect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575244E-8C9F-48E1-A891-F4D774AD0C5D}"/>
              </a:ext>
            </a:extLst>
          </p:cNvPr>
          <p:cNvSpPr txBox="1"/>
          <p:nvPr/>
        </p:nvSpPr>
        <p:spPr>
          <a:xfrm>
            <a:off x="3619500" y="2540000"/>
            <a:ext cx="22352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400" b="1">
                <a:solidFill>
                  <a:srgbClr val="21C47B"/>
                </a:solidFill>
                <a:latin typeface="Montserrat"/>
              </a:rPr>
              <a:t>132 000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60B4C4E-FAD0-4599-8297-91608441FBC1}"/>
              </a:ext>
            </a:extLst>
          </p:cNvPr>
          <p:cNvSpPr txBox="1"/>
          <p:nvPr/>
        </p:nvSpPr>
        <p:spPr>
          <a:xfrm>
            <a:off x="3619500" y="3365500"/>
            <a:ext cx="22352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C8D6DE"/>
                </a:solidFill>
                <a:latin typeface="Open Sans"/>
                <a:ea typeface="Open Sans"/>
                <a:cs typeface="Open Sans"/>
              </a:rPr>
              <a:t>membres communauté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5C679A-55D1-429F-B1F1-D06155480972}"/>
              </a:ext>
            </a:extLst>
          </p:cNvPr>
          <p:cNvSpPr/>
          <p:nvPr/>
        </p:nvSpPr>
        <p:spPr>
          <a:xfrm>
            <a:off x="6184900" y="2222500"/>
            <a:ext cx="2540000" cy="1778000"/>
          </a:xfrm>
          <a:prstGeom prst="rect">
            <a:avLst/>
          </a:prstGeom>
          <a:solidFill>
            <a:srgbClr val="0A1A24"/>
          </a:solidFill>
          <a:ln w="12700" cap="flat" cmpd="sng" algn="ctr">
            <a:solidFill>
              <a:srgbClr val="1A34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E403D6-5D3C-4554-B168-9A06F8B9AE45}"/>
              </a:ext>
            </a:extLst>
          </p:cNvPr>
          <p:cNvSpPr/>
          <p:nvPr/>
        </p:nvSpPr>
        <p:spPr>
          <a:xfrm>
            <a:off x="6184900" y="2222500"/>
            <a:ext cx="2540000" cy="38100"/>
          </a:xfrm>
          <a:prstGeom prst="rect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9671DC6-E614-47F9-8DDA-448013C82D8F}"/>
              </a:ext>
            </a:extLst>
          </p:cNvPr>
          <p:cNvSpPr txBox="1"/>
          <p:nvPr/>
        </p:nvSpPr>
        <p:spPr>
          <a:xfrm>
            <a:off x="6337300" y="2540000"/>
            <a:ext cx="22352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400" b="1">
                <a:solidFill>
                  <a:srgbClr val="21C47B"/>
                </a:solidFill>
                <a:latin typeface="Montserrat"/>
              </a:rPr>
              <a:t>3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C6F2DBC-757C-447D-9EFE-DDB5418FDE63}"/>
              </a:ext>
            </a:extLst>
          </p:cNvPr>
          <p:cNvSpPr txBox="1"/>
          <p:nvPr/>
        </p:nvSpPr>
        <p:spPr>
          <a:xfrm>
            <a:off x="6337300" y="3365500"/>
            <a:ext cx="22352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C8D6DE"/>
                </a:solidFill>
                <a:latin typeface="Open Sans"/>
                <a:ea typeface="Open Sans"/>
                <a:cs typeface="Open Sans"/>
              </a:rPr>
              <a:t>chaînes TV nationales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7D5163-1200-4CAC-862E-E135970A6DD5}"/>
              </a:ext>
            </a:extLst>
          </p:cNvPr>
          <p:cNvSpPr/>
          <p:nvPr/>
        </p:nvSpPr>
        <p:spPr>
          <a:xfrm>
            <a:off x="8902700" y="2222500"/>
            <a:ext cx="2540000" cy="1778000"/>
          </a:xfrm>
          <a:prstGeom prst="rect">
            <a:avLst/>
          </a:prstGeom>
          <a:solidFill>
            <a:srgbClr val="0A1A24"/>
          </a:solidFill>
          <a:ln w="12700" cap="flat" cmpd="sng" algn="ctr">
            <a:solidFill>
              <a:srgbClr val="1A34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CED13E-BA4F-42BC-AB54-60C099903347}"/>
              </a:ext>
            </a:extLst>
          </p:cNvPr>
          <p:cNvSpPr/>
          <p:nvPr/>
        </p:nvSpPr>
        <p:spPr>
          <a:xfrm>
            <a:off x="8902700" y="2222500"/>
            <a:ext cx="2540000" cy="38100"/>
          </a:xfrm>
          <a:prstGeom prst="rect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953119A-7947-4CF4-B6B5-CE5054CB853A}"/>
              </a:ext>
            </a:extLst>
          </p:cNvPr>
          <p:cNvSpPr txBox="1"/>
          <p:nvPr/>
        </p:nvSpPr>
        <p:spPr>
          <a:xfrm>
            <a:off x="9055100" y="2540000"/>
            <a:ext cx="22352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400" b="1">
                <a:solidFill>
                  <a:srgbClr val="21C47B"/>
                </a:solidFill>
                <a:latin typeface="Montserrat"/>
              </a:rPr>
              <a:t>185 M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63881B8-34F2-45DC-A327-11DC23004E3C}"/>
              </a:ext>
            </a:extLst>
          </p:cNvPr>
          <p:cNvSpPr txBox="1"/>
          <p:nvPr/>
        </p:nvSpPr>
        <p:spPr>
          <a:xfrm>
            <a:off x="9055100" y="3365500"/>
            <a:ext cx="22352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C8D6DE"/>
                </a:solidFill>
                <a:latin typeface="Open Sans"/>
                <a:ea typeface="Open Sans"/>
                <a:cs typeface="Open Sans"/>
              </a:rPr>
              <a:t>vues Google Maps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44296F-86AF-46A7-A132-ACE224408CFC}"/>
              </a:ext>
            </a:extLst>
          </p:cNvPr>
          <p:cNvSpPr/>
          <p:nvPr/>
        </p:nvSpPr>
        <p:spPr>
          <a:xfrm>
            <a:off x="2108200" y="4178300"/>
            <a:ext cx="2540000" cy="1778000"/>
          </a:xfrm>
          <a:prstGeom prst="rect">
            <a:avLst/>
          </a:prstGeom>
          <a:solidFill>
            <a:srgbClr val="0A1A24"/>
          </a:solidFill>
          <a:ln w="12700" cap="flat" cmpd="sng" algn="ctr">
            <a:solidFill>
              <a:srgbClr val="1A34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DFC0CB-2A03-49DE-B697-54266B5AFB19}"/>
              </a:ext>
            </a:extLst>
          </p:cNvPr>
          <p:cNvSpPr/>
          <p:nvPr/>
        </p:nvSpPr>
        <p:spPr>
          <a:xfrm>
            <a:off x="2108200" y="4178300"/>
            <a:ext cx="2540000" cy="38100"/>
          </a:xfrm>
          <a:prstGeom prst="rect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803B6E99-0454-4D3D-8B13-88CD040009DD}"/>
              </a:ext>
            </a:extLst>
          </p:cNvPr>
          <p:cNvSpPr txBox="1"/>
          <p:nvPr/>
        </p:nvSpPr>
        <p:spPr>
          <a:xfrm>
            <a:off x="2260600" y="4495800"/>
            <a:ext cx="22352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400" b="1">
                <a:solidFill>
                  <a:srgbClr val="21C47B"/>
                </a:solidFill>
                <a:latin typeface="Montserrat"/>
              </a:rPr>
              <a:t>800 K+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30F81A3-C353-49CE-A491-CA0F170AA112}"/>
              </a:ext>
            </a:extLst>
          </p:cNvPr>
          <p:cNvSpPr txBox="1"/>
          <p:nvPr/>
        </p:nvSpPr>
        <p:spPr>
          <a:xfrm>
            <a:off x="2260600" y="5321300"/>
            <a:ext cx="22352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C8D6DE"/>
                </a:solidFill>
                <a:latin typeface="Open Sans"/>
                <a:ea typeface="Open Sans"/>
                <a:cs typeface="Open Sans"/>
              </a:rPr>
              <a:t>vues sur 500px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0677D8-861E-4756-9307-49CDAB530EA2}"/>
              </a:ext>
            </a:extLst>
          </p:cNvPr>
          <p:cNvSpPr/>
          <p:nvPr/>
        </p:nvSpPr>
        <p:spPr>
          <a:xfrm>
            <a:off x="4826000" y="4178300"/>
            <a:ext cx="2540000" cy="1778000"/>
          </a:xfrm>
          <a:prstGeom prst="rect">
            <a:avLst/>
          </a:prstGeom>
          <a:solidFill>
            <a:srgbClr val="0A1A24"/>
          </a:solidFill>
          <a:ln w="12700" cap="flat" cmpd="sng" algn="ctr">
            <a:solidFill>
              <a:srgbClr val="1A34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C5B41B-258F-4A78-9B94-F3EBD8306435}"/>
              </a:ext>
            </a:extLst>
          </p:cNvPr>
          <p:cNvSpPr/>
          <p:nvPr/>
        </p:nvSpPr>
        <p:spPr>
          <a:xfrm>
            <a:off x="4826000" y="4178300"/>
            <a:ext cx="2540000" cy="38100"/>
          </a:xfrm>
          <a:prstGeom prst="rect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BDD32E7-609B-479D-838D-C35FE471992B}"/>
              </a:ext>
            </a:extLst>
          </p:cNvPr>
          <p:cNvSpPr txBox="1"/>
          <p:nvPr/>
        </p:nvSpPr>
        <p:spPr>
          <a:xfrm>
            <a:off x="4978400" y="4495800"/>
            <a:ext cx="22352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400" b="1">
                <a:solidFill>
                  <a:srgbClr val="21C47B"/>
                </a:solidFill>
                <a:latin typeface="Montserrat"/>
              </a:rPr>
              <a:t>23,8 K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4F1BFF3-B9CB-4B73-9CE4-2B488A6AF897}"/>
              </a:ext>
            </a:extLst>
          </p:cNvPr>
          <p:cNvSpPr txBox="1"/>
          <p:nvPr/>
        </p:nvSpPr>
        <p:spPr>
          <a:xfrm>
            <a:off x="4978400" y="5321300"/>
            <a:ext cx="22352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C8D6DE"/>
                </a:solidFill>
                <a:latin typeface="Open Sans"/>
                <a:ea typeface="Open Sans"/>
                <a:cs typeface="Open Sans"/>
              </a:rPr>
              <a:t>abonnés Instagram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4497CCD-B293-4C67-AF54-AC8F763C984B}"/>
              </a:ext>
            </a:extLst>
          </p:cNvPr>
          <p:cNvSpPr/>
          <p:nvPr/>
        </p:nvSpPr>
        <p:spPr>
          <a:xfrm>
            <a:off x="7543800" y="4178300"/>
            <a:ext cx="2540000" cy="1778000"/>
          </a:xfrm>
          <a:prstGeom prst="rect">
            <a:avLst/>
          </a:prstGeom>
          <a:solidFill>
            <a:srgbClr val="0A1A24"/>
          </a:solidFill>
          <a:ln w="12700" cap="flat" cmpd="sng" algn="ctr">
            <a:solidFill>
              <a:srgbClr val="1A34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75EF436-74FD-4E47-ABF1-FCE80B85254F}"/>
              </a:ext>
            </a:extLst>
          </p:cNvPr>
          <p:cNvSpPr/>
          <p:nvPr/>
        </p:nvSpPr>
        <p:spPr>
          <a:xfrm>
            <a:off x="7543800" y="4178300"/>
            <a:ext cx="2540000" cy="38100"/>
          </a:xfrm>
          <a:prstGeom prst="rect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6859E611-8291-46D0-94D7-43325D5D95CF}"/>
              </a:ext>
            </a:extLst>
          </p:cNvPr>
          <p:cNvSpPr txBox="1"/>
          <p:nvPr/>
        </p:nvSpPr>
        <p:spPr>
          <a:xfrm>
            <a:off x="7696200" y="4495800"/>
            <a:ext cx="22352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400" b="1">
                <a:solidFill>
                  <a:srgbClr val="21C47B"/>
                </a:solidFill>
                <a:latin typeface="Montserrat"/>
              </a:rPr>
              <a:t>22,3 K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7168E0A9-B0D6-4080-894F-2CF11ADCDD74}"/>
              </a:ext>
            </a:extLst>
          </p:cNvPr>
          <p:cNvSpPr txBox="1"/>
          <p:nvPr/>
        </p:nvSpPr>
        <p:spPr>
          <a:xfrm>
            <a:off x="7696200" y="5321300"/>
            <a:ext cx="22352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C8D6DE"/>
                </a:solidFill>
                <a:latin typeface="Open Sans"/>
                <a:ea typeface="Open Sans"/>
                <a:cs typeface="Open Sans"/>
              </a:rPr>
              <a:t>abonnés TikTok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73A9F240-751F-4457-B8EA-52ED28343D45}"/>
              </a:ext>
            </a:extLst>
          </p:cNvPr>
          <p:cNvSpPr txBox="1"/>
          <p:nvPr/>
        </p:nvSpPr>
        <p:spPr>
          <a:xfrm>
            <a:off x="10414000" y="6350000"/>
            <a:ext cx="127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7B95A3"/>
                </a:solidFill>
                <a:latin typeface="Montserrat"/>
              </a:rPr>
              <a:t>04 / 11</a:t>
            </a:r>
          </a:p>
        </p:txBody>
      </p:sp>
    </p:spTree>
    <p:extLst>
      <p:ext uri="{BB962C8B-B14F-4D97-AF65-F5344CB8AC3E}">
        <p14:creationId xmlns:p14="http://schemas.microsoft.com/office/powerpoint/2010/main" val="1177563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1F12A77-E005-4F3B-8861-FDAFFF7EA29C}"/>
              </a:ext>
            </a:extLst>
          </p:cNvPr>
          <p:cNvSpPr txBox="1"/>
          <p:nvPr/>
        </p:nvSpPr>
        <p:spPr>
          <a:xfrm>
            <a:off x="1016000" y="762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21C47B"/>
                </a:solidFill>
                <a:latin typeface="Montserrat"/>
              </a:rPr>
              <a:t>PROJET SENTINELLE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E0C1139-54D0-46C5-8832-C508078EE7D3}"/>
              </a:ext>
            </a:extLst>
          </p:cNvPr>
          <p:cNvSpPr txBox="1"/>
          <p:nvPr/>
        </p:nvSpPr>
        <p:spPr>
          <a:xfrm>
            <a:off x="1016000" y="1079500"/>
            <a:ext cx="1016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200" b="1">
                <a:solidFill>
                  <a:srgbClr val="FFFFFF"/>
                </a:solidFill>
                <a:latin typeface="Montserrat"/>
              </a:rPr>
              <a:t>Une trajectoire d'engagement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D4FAAB-1341-46D0-AE27-CD956EDFBB37}"/>
              </a:ext>
            </a:extLst>
          </p:cNvPr>
          <p:cNvSpPr/>
          <p:nvPr/>
        </p:nvSpPr>
        <p:spPr>
          <a:xfrm>
            <a:off x="1016000" y="1778000"/>
            <a:ext cx="508000" cy="38100"/>
          </a:xfrm>
          <a:prstGeom prst="rect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A940B8-50A5-4A24-BE18-BBFB50409FB3}"/>
              </a:ext>
            </a:extLst>
          </p:cNvPr>
          <p:cNvSpPr/>
          <p:nvPr/>
        </p:nvSpPr>
        <p:spPr>
          <a:xfrm>
            <a:off x="1270000" y="3276600"/>
            <a:ext cx="9652000" cy="25400"/>
          </a:xfrm>
          <a:prstGeom prst="rect">
            <a:avLst/>
          </a:prstGeom>
          <a:solidFill>
            <a:srgbClr val="1A34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58E3B9AD-3A81-4BFD-B457-8056CDB56950}"/>
              </a:ext>
            </a:extLst>
          </p:cNvPr>
          <p:cNvSpPr/>
          <p:nvPr/>
        </p:nvSpPr>
        <p:spPr>
          <a:xfrm>
            <a:off x="2298700" y="3111500"/>
            <a:ext cx="355600" cy="355600"/>
          </a:xfrm>
          <a:prstGeom prst="ellipse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0C8E5E0E-1596-4D5C-84B9-903CC3F7B17D}"/>
              </a:ext>
            </a:extLst>
          </p:cNvPr>
          <p:cNvSpPr/>
          <p:nvPr/>
        </p:nvSpPr>
        <p:spPr>
          <a:xfrm>
            <a:off x="2413000" y="3225800"/>
            <a:ext cx="127000" cy="127000"/>
          </a:xfrm>
          <a:prstGeom prst="ellipse">
            <a:avLst/>
          </a:prstGeom>
          <a:solidFill>
            <a:srgbClr val="0C22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1519761-C4E4-437D-B3DE-70915D00959B}"/>
              </a:ext>
            </a:extLst>
          </p:cNvPr>
          <p:cNvSpPr txBox="1"/>
          <p:nvPr/>
        </p:nvSpPr>
        <p:spPr>
          <a:xfrm>
            <a:off x="1714500" y="2476500"/>
            <a:ext cx="152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000" b="1">
                <a:solidFill>
                  <a:srgbClr val="21C47B"/>
                </a:solidFill>
                <a:latin typeface="Montserrat"/>
              </a:rPr>
              <a:t>2016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8EE9486-F99C-4183-ABC4-0B745E0B5F75}"/>
              </a:ext>
            </a:extLst>
          </p:cNvPr>
          <p:cNvSpPr txBox="1"/>
          <p:nvPr/>
        </p:nvSpPr>
        <p:spPr>
          <a:xfrm>
            <a:off x="1397000" y="3746500"/>
            <a:ext cx="215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FFFFFF"/>
                </a:solidFill>
                <a:latin typeface="Montserrat"/>
              </a:rPr>
              <a:t>Genèse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B031920-80E3-4729-AC15-CA9EFF761C54}"/>
              </a:ext>
            </a:extLst>
          </p:cNvPr>
          <p:cNvSpPr txBox="1"/>
          <p:nvPr/>
        </p:nvSpPr>
        <p:spPr>
          <a:xfrm>
            <a:off x="1333500" y="4127500"/>
            <a:ext cx="2286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C8D6DE"/>
                </a:solidFill>
                <a:latin typeface="Open Sans"/>
                <a:ea typeface="Open Sans"/>
                <a:cs typeface="Open Sans"/>
              </a:rPr>
              <a:t>Premières plongées de documentation environnementale dans les Calanques de Marseille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9701E01A-E5B2-4FE9-BA0A-E71A3BC02E4B}"/>
              </a:ext>
            </a:extLst>
          </p:cNvPr>
          <p:cNvSpPr/>
          <p:nvPr/>
        </p:nvSpPr>
        <p:spPr>
          <a:xfrm>
            <a:off x="4711700" y="3111500"/>
            <a:ext cx="355600" cy="355600"/>
          </a:xfrm>
          <a:prstGeom prst="ellipse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535D691A-B7E6-450C-9A86-340DF0F56929}"/>
              </a:ext>
            </a:extLst>
          </p:cNvPr>
          <p:cNvSpPr/>
          <p:nvPr/>
        </p:nvSpPr>
        <p:spPr>
          <a:xfrm>
            <a:off x="4826000" y="3225800"/>
            <a:ext cx="127000" cy="127000"/>
          </a:xfrm>
          <a:prstGeom prst="ellipse">
            <a:avLst/>
          </a:prstGeom>
          <a:solidFill>
            <a:srgbClr val="0C22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57A2274-BF2D-48F5-A258-624EF4B3AC02}"/>
              </a:ext>
            </a:extLst>
          </p:cNvPr>
          <p:cNvSpPr txBox="1"/>
          <p:nvPr/>
        </p:nvSpPr>
        <p:spPr>
          <a:xfrm>
            <a:off x="4127500" y="2476500"/>
            <a:ext cx="152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000" b="1">
                <a:solidFill>
                  <a:srgbClr val="21C47B"/>
                </a:solidFill>
                <a:latin typeface="Montserrat"/>
              </a:rPr>
              <a:t>2018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E3A283D-E22C-4B59-8F12-F0866A4DBE87}"/>
              </a:ext>
            </a:extLst>
          </p:cNvPr>
          <p:cNvSpPr txBox="1"/>
          <p:nvPr/>
        </p:nvSpPr>
        <p:spPr>
          <a:xfrm>
            <a:off x="3810000" y="3746500"/>
            <a:ext cx="215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FFFFFF"/>
                </a:solidFill>
                <a:latin typeface="Montserrat"/>
              </a:rPr>
              <a:t>Communauté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8B46F15-7CB4-4BF9-8C15-9B23B55076F4}"/>
              </a:ext>
            </a:extLst>
          </p:cNvPr>
          <p:cNvSpPr txBox="1"/>
          <p:nvPr/>
        </p:nvSpPr>
        <p:spPr>
          <a:xfrm>
            <a:off x="3746500" y="4127500"/>
            <a:ext cx="2286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C8D6DE"/>
                </a:solidFill>
                <a:latin typeface="Open Sans"/>
                <a:ea typeface="Open Sans"/>
                <a:cs typeface="Open Sans"/>
              </a:rPr>
              <a:t>Création du groupe Facebook "Amoureux des Calanques de Marseille" — aujourd'hui 132 000 membres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D59E6FF8-6333-49E1-A2E6-F65A75B9977C}"/>
              </a:ext>
            </a:extLst>
          </p:cNvPr>
          <p:cNvSpPr/>
          <p:nvPr/>
        </p:nvSpPr>
        <p:spPr>
          <a:xfrm>
            <a:off x="7124700" y="3111500"/>
            <a:ext cx="355600" cy="355600"/>
          </a:xfrm>
          <a:prstGeom prst="ellipse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EF1CE532-52F2-4CDE-BDF4-9A6BF8CE1342}"/>
              </a:ext>
            </a:extLst>
          </p:cNvPr>
          <p:cNvSpPr/>
          <p:nvPr/>
        </p:nvSpPr>
        <p:spPr>
          <a:xfrm>
            <a:off x="7239000" y="3225800"/>
            <a:ext cx="127000" cy="127000"/>
          </a:xfrm>
          <a:prstGeom prst="ellipse">
            <a:avLst/>
          </a:prstGeom>
          <a:solidFill>
            <a:srgbClr val="0C22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DCD2468-5F40-401F-9CB0-1F14D6DEF11B}"/>
              </a:ext>
            </a:extLst>
          </p:cNvPr>
          <p:cNvSpPr txBox="1"/>
          <p:nvPr/>
        </p:nvSpPr>
        <p:spPr>
          <a:xfrm>
            <a:off x="6540500" y="2476500"/>
            <a:ext cx="152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000" b="1">
                <a:solidFill>
                  <a:srgbClr val="21C47B"/>
                </a:solidFill>
                <a:latin typeface="Montserrat"/>
              </a:rPr>
              <a:t>2022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DCA3F6E-CDE4-4075-A6D7-D40EA1E6E0ED}"/>
              </a:ext>
            </a:extLst>
          </p:cNvPr>
          <p:cNvSpPr txBox="1"/>
          <p:nvPr/>
        </p:nvSpPr>
        <p:spPr>
          <a:xfrm>
            <a:off x="6223000" y="3746500"/>
            <a:ext cx="215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FFFFFF"/>
                </a:solidFill>
                <a:latin typeface="Montserrat"/>
              </a:rPr>
              <a:t>Projet Sentinelle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5F29607-EE7C-4F0D-990C-094A93ADA5A1}"/>
              </a:ext>
            </a:extLst>
          </p:cNvPr>
          <p:cNvSpPr txBox="1"/>
          <p:nvPr/>
        </p:nvSpPr>
        <p:spPr>
          <a:xfrm>
            <a:off x="6159500" y="4127500"/>
            <a:ext cx="2286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C8D6DE"/>
                </a:solidFill>
                <a:latin typeface="Open Sans"/>
                <a:ea typeface="Open Sans"/>
                <a:cs typeface="Open Sans"/>
              </a:rPr>
              <a:t>Intégration de Team Oxygen pour la 1ère édition de l'opération de dépollution des Calanques en apnée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D51FFB0C-0B7B-4DE3-B99B-2BDF425E9039}"/>
              </a:ext>
            </a:extLst>
          </p:cNvPr>
          <p:cNvSpPr/>
          <p:nvPr/>
        </p:nvSpPr>
        <p:spPr>
          <a:xfrm>
            <a:off x="9537700" y="3111500"/>
            <a:ext cx="355600" cy="355600"/>
          </a:xfrm>
          <a:prstGeom prst="ellipse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A394DA37-8BEA-4A21-9265-80B36B8744DB}"/>
              </a:ext>
            </a:extLst>
          </p:cNvPr>
          <p:cNvSpPr/>
          <p:nvPr/>
        </p:nvSpPr>
        <p:spPr>
          <a:xfrm>
            <a:off x="9652000" y="3225800"/>
            <a:ext cx="127000" cy="127000"/>
          </a:xfrm>
          <a:prstGeom prst="ellipse">
            <a:avLst/>
          </a:prstGeom>
          <a:solidFill>
            <a:srgbClr val="0C22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3B964CC-C541-45EA-B568-E842C34D76EF}"/>
              </a:ext>
            </a:extLst>
          </p:cNvPr>
          <p:cNvSpPr txBox="1"/>
          <p:nvPr/>
        </p:nvSpPr>
        <p:spPr>
          <a:xfrm>
            <a:off x="8953500" y="2476500"/>
            <a:ext cx="152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000" b="1">
                <a:solidFill>
                  <a:srgbClr val="21C47B"/>
                </a:solidFill>
                <a:latin typeface="Montserrat"/>
              </a:rPr>
              <a:t>2026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0389335-A978-4D41-AA03-08586338CBDA}"/>
              </a:ext>
            </a:extLst>
          </p:cNvPr>
          <p:cNvSpPr txBox="1"/>
          <p:nvPr/>
        </p:nvSpPr>
        <p:spPr>
          <a:xfrm>
            <a:off x="8636000" y="3746500"/>
            <a:ext cx="215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FFFFFF"/>
                </a:solidFill>
                <a:latin typeface="Montserrat"/>
              </a:rPr>
              <a:t>Aujourd'hui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85F1DD6-1048-4DA8-8599-D83EE1C2074E}"/>
              </a:ext>
            </a:extLst>
          </p:cNvPr>
          <p:cNvSpPr txBox="1"/>
          <p:nvPr/>
        </p:nvSpPr>
        <p:spPr>
          <a:xfrm>
            <a:off x="8572500" y="4127500"/>
            <a:ext cx="2286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C8D6DE"/>
                </a:solidFill>
                <a:latin typeface="Open Sans"/>
                <a:ea typeface="Open Sans"/>
                <a:cs typeface="Open Sans"/>
              </a:rPr>
              <a:t>Élu président de Team Oxygen · 5ème édition du Projet Sentinelle prévue en octobre 2026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FA488272-5453-4171-B01F-2457957EBBCB}"/>
              </a:ext>
            </a:extLst>
          </p:cNvPr>
          <p:cNvSpPr txBox="1"/>
          <p:nvPr/>
        </p:nvSpPr>
        <p:spPr>
          <a:xfrm>
            <a:off x="1143000" y="6451600"/>
            <a:ext cx="1016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i="1" dirty="0">
                <a:solidFill>
                  <a:srgbClr val="8FE3B8"/>
                </a:solidFill>
                <a:latin typeface="Open Sans"/>
                <a:ea typeface="Open Sans"/>
                <a:cs typeface="Open Sans"/>
              </a:rPr>
              <a:t>« Chaque plongée est un acte de documentation et de réparation. »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1DE95B3-20ED-44C2-8247-99E2F475D307}"/>
              </a:ext>
            </a:extLst>
          </p:cNvPr>
          <p:cNvSpPr txBox="1"/>
          <p:nvPr/>
        </p:nvSpPr>
        <p:spPr>
          <a:xfrm>
            <a:off x="10414000" y="6350000"/>
            <a:ext cx="127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7B95A3"/>
                </a:solidFill>
                <a:latin typeface="Montserrat"/>
              </a:rPr>
              <a:t>05 / 11</a:t>
            </a:r>
          </a:p>
        </p:txBody>
      </p:sp>
      <p:sp>
        <p:nvSpPr>
          <p:cNvPr id="201" name="PhotoPlaceholder_201"/>
          <p:cNvSpPr>
            <a:spLocks noGrp="1"/>
          </p:cNvSpPr>
          <p:nvPr/>
        </p:nvSpPr>
        <p:spPr>
          <a:xfrm>
            <a:off x="1301750" y="5143500"/>
            <a:ext cx="2032000" cy="12065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25400">
            <a:solidFill>
              <a:srgbClr val="21C47B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02" name="PhotoPlaceholder_202"/>
          <p:cNvSpPr>
            <a:spLocks noGrp="1"/>
          </p:cNvSpPr>
          <p:nvPr/>
        </p:nvSpPr>
        <p:spPr>
          <a:xfrm>
            <a:off x="3746500" y="5143500"/>
            <a:ext cx="2032000" cy="1206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25400">
            <a:solidFill>
              <a:srgbClr val="21C47B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03" name="PhotoPlaceholder_203"/>
          <p:cNvSpPr>
            <a:spLocks noGrp="1"/>
          </p:cNvSpPr>
          <p:nvPr/>
        </p:nvSpPr>
        <p:spPr>
          <a:xfrm>
            <a:off x="6159500" y="5143500"/>
            <a:ext cx="2032000" cy="12065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25400">
            <a:solidFill>
              <a:srgbClr val="21C47B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1ED0D3AA-5AAB-417E-9E63-9300E41903B6}"/>
              </a:ext>
            </a:extLst>
          </p:cNvPr>
          <p:cNvSpPr txBox="1"/>
          <p:nvPr/>
        </p:nvSpPr>
        <p:spPr>
          <a:xfrm>
            <a:off x="1587500" y="1689100"/>
            <a:ext cx="2540000" cy="177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900" dirty="0">
                <a:solidFill>
                  <a:srgbClr val="21C47B"/>
                </a:solidFill>
                <a:latin typeface="Montserrat"/>
                <a:hlinkClick r:id="rId5"/>
              </a:rPr>
              <a:t>karimsaari.com/</a:t>
            </a:r>
            <a:r>
              <a:rPr lang="fr-FR" sz="900" dirty="0" err="1">
                <a:solidFill>
                  <a:srgbClr val="21C47B"/>
                </a:solidFill>
                <a:latin typeface="Montserrat"/>
                <a:hlinkClick r:id="rId5"/>
              </a:rPr>
              <a:t>depollution</a:t>
            </a:r>
            <a:r>
              <a:rPr lang="fr-FR" sz="900" dirty="0">
                <a:solidFill>
                  <a:srgbClr val="21C47B"/>
                </a:solidFill>
                <a:latin typeface="Montserrat"/>
                <a:hlinkClick r:id="rId5"/>
              </a:rPr>
              <a:t>-marine</a:t>
            </a:r>
            <a:endParaRPr lang="fr-FR" sz="900" dirty="0">
              <a:solidFill>
                <a:srgbClr val="21C47B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223151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22D1337-A356-48D0-9E35-7F875C390BF9}"/>
              </a:ext>
            </a:extLst>
          </p:cNvPr>
          <p:cNvSpPr txBox="1"/>
          <p:nvPr/>
        </p:nvSpPr>
        <p:spPr>
          <a:xfrm>
            <a:off x="1016000" y="762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21C47B"/>
                </a:solidFill>
                <a:latin typeface="Montserrat"/>
              </a:rPr>
              <a:t>ANGLES RÉDACTIONNELS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8CB1F7E-D24D-432E-9E1F-833C3BE4A508}"/>
              </a:ext>
            </a:extLst>
          </p:cNvPr>
          <p:cNvSpPr txBox="1"/>
          <p:nvPr/>
        </p:nvSpPr>
        <p:spPr>
          <a:xfrm>
            <a:off x="1016000" y="1079500"/>
            <a:ext cx="1016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200" b="1">
                <a:solidFill>
                  <a:srgbClr val="FFFFFF"/>
                </a:solidFill>
                <a:latin typeface="Montserrat"/>
              </a:rPr>
              <a:t>5 sujets pour les rédactions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7CEA0F-4469-417F-852F-6425E99A5CF3}"/>
              </a:ext>
            </a:extLst>
          </p:cNvPr>
          <p:cNvSpPr/>
          <p:nvPr/>
        </p:nvSpPr>
        <p:spPr>
          <a:xfrm>
            <a:off x="1016000" y="1778000"/>
            <a:ext cx="508000" cy="38100"/>
          </a:xfrm>
          <a:prstGeom prst="rect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3B989DF-ABC1-41CA-B0A2-E42CD32C0FE1}"/>
              </a:ext>
            </a:extLst>
          </p:cNvPr>
          <p:cNvSpPr txBox="1"/>
          <p:nvPr/>
        </p:nvSpPr>
        <p:spPr>
          <a:xfrm>
            <a:off x="1016000" y="2197100"/>
            <a:ext cx="88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600" b="1">
                <a:solidFill>
                  <a:srgbClr val="21C47B"/>
                </a:solidFill>
                <a:latin typeface="Montserrat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57FE44-183E-4137-A18B-1812DDA6A03A}"/>
              </a:ext>
            </a:extLst>
          </p:cNvPr>
          <p:cNvSpPr/>
          <p:nvPr/>
        </p:nvSpPr>
        <p:spPr>
          <a:xfrm>
            <a:off x="2095500" y="2247900"/>
            <a:ext cx="25400" cy="533400"/>
          </a:xfrm>
          <a:prstGeom prst="rect">
            <a:avLst/>
          </a:prstGeom>
          <a:solidFill>
            <a:srgbClr val="1A34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5B55B56-352A-4D28-8A49-35EC08A89E0A}"/>
              </a:ext>
            </a:extLst>
          </p:cNvPr>
          <p:cNvSpPr txBox="1"/>
          <p:nvPr/>
        </p:nvSpPr>
        <p:spPr>
          <a:xfrm>
            <a:off x="2349500" y="2197100"/>
            <a:ext cx="8826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FFFFFF"/>
                </a:solidFill>
                <a:latin typeface="Montserrat"/>
              </a:rPr>
              <a:t>L'apnée comme outil de documentation environnementale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8056617-9D1D-4DCF-AE38-07991BEEC5DA}"/>
              </a:ext>
            </a:extLst>
          </p:cNvPr>
          <p:cNvSpPr txBox="1"/>
          <p:nvPr/>
        </p:nvSpPr>
        <p:spPr>
          <a:xfrm>
            <a:off x="2349500" y="2527300"/>
            <a:ext cx="8826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C8D6DE"/>
                </a:solidFill>
                <a:latin typeface="Open Sans"/>
                <a:ea typeface="Open Sans"/>
                <a:cs typeface="Open Sans"/>
              </a:rPr>
              <a:t>Une approche silencieuse, sans bulles : ce que voit un apnéiste que le scaphandre ne peut filmer.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FC0E980-3C90-43E7-911B-73ECFE90B265}"/>
              </a:ext>
            </a:extLst>
          </p:cNvPr>
          <p:cNvSpPr txBox="1"/>
          <p:nvPr/>
        </p:nvSpPr>
        <p:spPr>
          <a:xfrm>
            <a:off x="1016000" y="3060700"/>
            <a:ext cx="88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600" b="1">
                <a:solidFill>
                  <a:srgbClr val="21C47B"/>
                </a:solidFill>
                <a:latin typeface="Montserrat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CD2410-CF2E-46C8-9271-E71B343F3F22}"/>
              </a:ext>
            </a:extLst>
          </p:cNvPr>
          <p:cNvSpPr/>
          <p:nvPr/>
        </p:nvSpPr>
        <p:spPr>
          <a:xfrm>
            <a:off x="2095500" y="3111500"/>
            <a:ext cx="25400" cy="533400"/>
          </a:xfrm>
          <a:prstGeom prst="rect">
            <a:avLst/>
          </a:prstGeom>
          <a:solidFill>
            <a:srgbClr val="1A34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D36B8EC-DA46-496E-83CB-01EB338E8EE8}"/>
              </a:ext>
            </a:extLst>
          </p:cNvPr>
          <p:cNvSpPr txBox="1"/>
          <p:nvPr/>
        </p:nvSpPr>
        <p:spPr>
          <a:xfrm>
            <a:off x="2349500" y="3060700"/>
            <a:ext cx="8826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FFFFFF"/>
                </a:solidFill>
                <a:latin typeface="Montserrat"/>
              </a:rPr>
              <a:t>Marseille, sentinelle de la Méditerranée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6CA7443-A385-4436-86B8-CE562DBAB22D}"/>
              </a:ext>
            </a:extLst>
          </p:cNvPr>
          <p:cNvSpPr txBox="1"/>
          <p:nvPr/>
        </p:nvSpPr>
        <p:spPr>
          <a:xfrm>
            <a:off x="2349500" y="3390900"/>
            <a:ext cx="8826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C8D6DE"/>
                </a:solidFill>
                <a:latin typeface="Open Sans"/>
                <a:ea typeface="Open Sans"/>
                <a:cs typeface="Open Sans"/>
              </a:rPr>
              <a:t>Le littoral phocéen comme observatoire avancé du dérèglement marin et de la pollution plastique.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9DDC7AF-60C7-484E-A374-3C48EB99AF81}"/>
              </a:ext>
            </a:extLst>
          </p:cNvPr>
          <p:cNvSpPr txBox="1"/>
          <p:nvPr/>
        </p:nvSpPr>
        <p:spPr>
          <a:xfrm>
            <a:off x="1016000" y="3924300"/>
            <a:ext cx="88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600" b="1">
                <a:solidFill>
                  <a:srgbClr val="21C47B"/>
                </a:solidFill>
                <a:latin typeface="Montserrat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6B97A7-6CE6-4488-A7CB-E64E5BC8E172}"/>
              </a:ext>
            </a:extLst>
          </p:cNvPr>
          <p:cNvSpPr/>
          <p:nvPr/>
        </p:nvSpPr>
        <p:spPr>
          <a:xfrm>
            <a:off x="2095500" y="3975100"/>
            <a:ext cx="25400" cy="533400"/>
          </a:xfrm>
          <a:prstGeom prst="rect">
            <a:avLst/>
          </a:prstGeom>
          <a:solidFill>
            <a:srgbClr val="1A34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F7EC400-4287-4B0D-A84D-827605D029E8}"/>
              </a:ext>
            </a:extLst>
          </p:cNvPr>
          <p:cNvSpPr txBox="1"/>
          <p:nvPr/>
        </p:nvSpPr>
        <p:spPr>
          <a:xfrm>
            <a:off x="2349500" y="3924300"/>
            <a:ext cx="8826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FFFFFF"/>
                </a:solidFill>
                <a:latin typeface="Montserrat"/>
              </a:rPr>
              <a:t>Portrait : l'artiste engagé face à la pollution plastique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9D07290-6BAF-4E56-8CF2-31192727B8B0}"/>
              </a:ext>
            </a:extLst>
          </p:cNvPr>
          <p:cNvSpPr txBox="1"/>
          <p:nvPr/>
        </p:nvSpPr>
        <p:spPr>
          <a:xfrm>
            <a:off x="2349500" y="4254500"/>
            <a:ext cx="8826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C8D6DE"/>
                </a:solidFill>
                <a:latin typeface="Open Sans"/>
                <a:ea typeface="Open Sans"/>
                <a:cs typeface="Open Sans"/>
              </a:rPr>
              <a:t>Photographe primé sur 500px, militant terrain : l'image au service du témoignage et de l'action.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2C9212D-8B4E-4F31-8FDC-D36E1E057C0F}"/>
              </a:ext>
            </a:extLst>
          </p:cNvPr>
          <p:cNvSpPr txBox="1"/>
          <p:nvPr/>
        </p:nvSpPr>
        <p:spPr>
          <a:xfrm>
            <a:off x="1016000" y="4787900"/>
            <a:ext cx="88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600" b="1">
                <a:solidFill>
                  <a:srgbClr val="21C47B"/>
                </a:solidFill>
                <a:latin typeface="Montserrat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EE64DB-4B95-484C-A267-6740B8EB5974}"/>
              </a:ext>
            </a:extLst>
          </p:cNvPr>
          <p:cNvSpPr/>
          <p:nvPr/>
        </p:nvSpPr>
        <p:spPr>
          <a:xfrm>
            <a:off x="2095500" y="4838700"/>
            <a:ext cx="25400" cy="533400"/>
          </a:xfrm>
          <a:prstGeom prst="rect">
            <a:avLst/>
          </a:prstGeom>
          <a:solidFill>
            <a:srgbClr val="1A34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3C5BD3D-DD36-468C-820B-917C4B64973E}"/>
              </a:ext>
            </a:extLst>
          </p:cNvPr>
          <p:cNvSpPr txBox="1"/>
          <p:nvPr/>
        </p:nvSpPr>
        <p:spPr>
          <a:xfrm>
            <a:off x="2349500" y="4787900"/>
            <a:ext cx="8826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FFFFFF"/>
                </a:solidFill>
                <a:latin typeface="Montserrat"/>
              </a:rPr>
              <a:t>La communauté numérique au service de l'écologie terrain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D8A5BE6-3A76-4B50-B930-9FF7A301CD0A}"/>
              </a:ext>
            </a:extLst>
          </p:cNvPr>
          <p:cNvSpPr txBox="1"/>
          <p:nvPr/>
        </p:nvSpPr>
        <p:spPr>
          <a:xfrm>
            <a:off x="2349500" y="5118100"/>
            <a:ext cx="8826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dirty="0">
                <a:solidFill>
                  <a:srgbClr val="C8D6DE"/>
                </a:solidFill>
                <a:latin typeface="Open Sans"/>
                <a:ea typeface="Open Sans"/>
                <a:cs typeface="Open Sans"/>
              </a:rPr>
              <a:t>130 000 membres mobilisés en ligne, traduits en actions concrètes de dépollution sur le littoral.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D72AC9C9-D960-4344-89B2-0BF711315455}"/>
              </a:ext>
            </a:extLst>
          </p:cNvPr>
          <p:cNvSpPr txBox="1"/>
          <p:nvPr/>
        </p:nvSpPr>
        <p:spPr>
          <a:xfrm>
            <a:off x="1016000" y="5651500"/>
            <a:ext cx="88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600" b="1">
                <a:solidFill>
                  <a:srgbClr val="21C47B"/>
                </a:solidFill>
                <a:latin typeface="Montserrat"/>
              </a:rPr>
              <a:t>05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9F0A55-2EF1-412A-84BD-7A82E529F42B}"/>
              </a:ext>
            </a:extLst>
          </p:cNvPr>
          <p:cNvSpPr/>
          <p:nvPr/>
        </p:nvSpPr>
        <p:spPr>
          <a:xfrm>
            <a:off x="2095500" y="5702300"/>
            <a:ext cx="25400" cy="533400"/>
          </a:xfrm>
          <a:prstGeom prst="rect">
            <a:avLst/>
          </a:prstGeom>
          <a:solidFill>
            <a:srgbClr val="1A34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8A2D9D6-0C95-46D6-8B18-E2015E0C021D}"/>
              </a:ext>
            </a:extLst>
          </p:cNvPr>
          <p:cNvSpPr txBox="1"/>
          <p:nvPr/>
        </p:nvSpPr>
        <p:spPr>
          <a:xfrm>
            <a:off x="2349500" y="5651500"/>
            <a:ext cx="8826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FFFFFF"/>
                </a:solidFill>
                <a:latin typeface="Montserrat"/>
              </a:rPr>
              <a:t>Dynamique collective inter-associative en milieu marin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5228716-13E1-4546-BF74-830D2C182238}"/>
              </a:ext>
            </a:extLst>
          </p:cNvPr>
          <p:cNvSpPr txBox="1"/>
          <p:nvPr/>
        </p:nvSpPr>
        <p:spPr>
          <a:xfrm>
            <a:off x="2349500" y="5981700"/>
            <a:ext cx="8826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C8D6DE"/>
                </a:solidFill>
                <a:latin typeface="Open Sans"/>
                <a:ea typeface="Open Sans"/>
                <a:cs typeface="Open Sans"/>
              </a:rPr>
              <a:t>Comment Team Oxygen fédère plongeurs, scientifiques et associations autour d'un objectif partagé.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2C0F42DF-1FA4-44F6-ABA0-D2163D8207B9}"/>
              </a:ext>
            </a:extLst>
          </p:cNvPr>
          <p:cNvSpPr txBox="1"/>
          <p:nvPr/>
        </p:nvSpPr>
        <p:spPr>
          <a:xfrm>
            <a:off x="10414000" y="6350000"/>
            <a:ext cx="127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7B95A3"/>
                </a:solidFill>
                <a:latin typeface="Montserrat"/>
              </a:rPr>
              <a:t>06 / 11</a:t>
            </a:r>
          </a:p>
        </p:txBody>
      </p:sp>
    </p:spTree>
    <p:extLst>
      <p:ext uri="{BB962C8B-B14F-4D97-AF65-F5344CB8AC3E}">
        <p14:creationId xmlns:p14="http://schemas.microsoft.com/office/powerpoint/2010/main" val="220418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1A24EDE-522D-4445-8BA6-921254225E1F}"/>
              </a:ext>
            </a:extLst>
          </p:cNvPr>
          <p:cNvSpPr txBox="1"/>
          <p:nvPr/>
        </p:nvSpPr>
        <p:spPr>
          <a:xfrm>
            <a:off x="1016000" y="762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21C47B"/>
                </a:solidFill>
                <a:latin typeface="Montserrat"/>
              </a:rPr>
              <a:t>COUVERTURES MÉDIAS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51BBE54-B72E-461D-9794-F3B4A31221C3}"/>
              </a:ext>
            </a:extLst>
          </p:cNvPr>
          <p:cNvSpPr txBox="1"/>
          <p:nvPr/>
        </p:nvSpPr>
        <p:spPr>
          <a:xfrm>
            <a:off x="1016000" y="1079500"/>
            <a:ext cx="1016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200" b="1">
                <a:solidFill>
                  <a:srgbClr val="FFFFFF"/>
                </a:solidFill>
                <a:latin typeface="Montserrat"/>
              </a:rPr>
              <a:t>Ils ont parlé du projet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914622-A07B-4B15-9115-EA2013767793}"/>
              </a:ext>
            </a:extLst>
          </p:cNvPr>
          <p:cNvSpPr/>
          <p:nvPr/>
        </p:nvSpPr>
        <p:spPr>
          <a:xfrm>
            <a:off x="1016000" y="1778000"/>
            <a:ext cx="508000" cy="38100"/>
          </a:xfrm>
          <a:prstGeom prst="rect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ED1B48-EE7B-412F-B31A-096E5DF34EC8}"/>
              </a:ext>
            </a:extLst>
          </p:cNvPr>
          <p:cNvSpPr/>
          <p:nvPr/>
        </p:nvSpPr>
        <p:spPr>
          <a:xfrm>
            <a:off x="965200" y="2222500"/>
            <a:ext cx="2413000" cy="1397000"/>
          </a:xfrm>
          <a:prstGeom prst="rect">
            <a:avLst/>
          </a:prstGeom>
          <a:solidFill>
            <a:srgbClr val="0A1A24"/>
          </a:solidFill>
          <a:ln w="12700" cap="flat" cmpd="sng" algn="ctr">
            <a:solidFill>
              <a:srgbClr val="1A34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C99506-7280-4B86-BF26-22F35FA32351}"/>
              </a:ext>
            </a:extLst>
          </p:cNvPr>
          <p:cNvSpPr/>
          <p:nvPr/>
        </p:nvSpPr>
        <p:spPr>
          <a:xfrm>
            <a:off x="965200" y="2222500"/>
            <a:ext cx="38100" cy="1397000"/>
          </a:xfrm>
          <a:prstGeom prst="rect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9160D4E-822A-4C45-ABB7-545DC85EAECE}"/>
              </a:ext>
            </a:extLst>
          </p:cNvPr>
          <p:cNvSpPr txBox="1"/>
          <p:nvPr/>
        </p:nvSpPr>
        <p:spPr>
          <a:xfrm>
            <a:off x="1193800" y="2425700"/>
            <a:ext cx="2057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FFFFF"/>
                </a:solidFill>
                <a:latin typeface="Montserrat"/>
              </a:rPr>
              <a:t>ARTE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4CDF5E5-2F55-4C2C-8E7D-185E8B735195}"/>
              </a:ext>
            </a:extLst>
          </p:cNvPr>
          <p:cNvSpPr txBox="1"/>
          <p:nvPr/>
        </p:nvSpPr>
        <p:spPr>
          <a:xfrm>
            <a:off x="1193800" y="2667000"/>
            <a:ext cx="20574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8FE3B8"/>
                </a:solidFill>
                <a:latin typeface="Open Sans"/>
              </a:rPr>
              <a:t>Chaîne TV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143209-EECA-4485-B129-68E14D552309}"/>
              </a:ext>
            </a:extLst>
          </p:cNvPr>
          <p:cNvSpPr/>
          <p:nvPr/>
        </p:nvSpPr>
        <p:spPr>
          <a:xfrm>
            <a:off x="3581400" y="2222500"/>
            <a:ext cx="2413000" cy="1397000"/>
          </a:xfrm>
          <a:prstGeom prst="rect">
            <a:avLst/>
          </a:prstGeom>
          <a:solidFill>
            <a:srgbClr val="0A1A24"/>
          </a:solidFill>
          <a:ln w="12700" cap="flat" cmpd="sng" algn="ctr">
            <a:solidFill>
              <a:srgbClr val="1A34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2E0923-9954-43E4-A910-CAA7A2E96BDC}"/>
              </a:ext>
            </a:extLst>
          </p:cNvPr>
          <p:cNvSpPr/>
          <p:nvPr/>
        </p:nvSpPr>
        <p:spPr>
          <a:xfrm>
            <a:off x="3581400" y="2222500"/>
            <a:ext cx="38100" cy="1397000"/>
          </a:xfrm>
          <a:prstGeom prst="rect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5E4CEC8-57F4-40A0-9959-64D2E01EB5FA}"/>
              </a:ext>
            </a:extLst>
          </p:cNvPr>
          <p:cNvSpPr txBox="1"/>
          <p:nvPr/>
        </p:nvSpPr>
        <p:spPr>
          <a:xfrm>
            <a:off x="3810000" y="2425700"/>
            <a:ext cx="2057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FFFFF"/>
                </a:solidFill>
                <a:latin typeface="Montserrat"/>
              </a:rPr>
              <a:t>France 5 — Échappées Belles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07B1634-2F6B-4837-8338-47A6B684A225}"/>
              </a:ext>
            </a:extLst>
          </p:cNvPr>
          <p:cNvSpPr txBox="1"/>
          <p:nvPr/>
        </p:nvSpPr>
        <p:spPr>
          <a:xfrm>
            <a:off x="3810000" y="2851150"/>
            <a:ext cx="20574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dirty="0">
                <a:solidFill>
                  <a:srgbClr val="8FE3B8"/>
                </a:solidFill>
                <a:latin typeface="Open Sans"/>
              </a:rPr>
              <a:t>Chaîne TV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AA8E6B-D481-4006-80C3-D1F473D2F886}"/>
              </a:ext>
            </a:extLst>
          </p:cNvPr>
          <p:cNvSpPr/>
          <p:nvPr/>
        </p:nvSpPr>
        <p:spPr>
          <a:xfrm>
            <a:off x="6197600" y="2222500"/>
            <a:ext cx="2413000" cy="1397000"/>
          </a:xfrm>
          <a:prstGeom prst="rect">
            <a:avLst/>
          </a:prstGeom>
          <a:solidFill>
            <a:srgbClr val="0A1A24"/>
          </a:solidFill>
          <a:ln w="12700" cap="flat" cmpd="sng" algn="ctr">
            <a:solidFill>
              <a:srgbClr val="1A34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CC0D9D-D83E-47BF-8DF3-566B581562D0}"/>
              </a:ext>
            </a:extLst>
          </p:cNvPr>
          <p:cNvSpPr/>
          <p:nvPr/>
        </p:nvSpPr>
        <p:spPr>
          <a:xfrm>
            <a:off x="6197600" y="2222500"/>
            <a:ext cx="38100" cy="1397000"/>
          </a:xfrm>
          <a:prstGeom prst="rect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F39BBE7-AFF0-4B8B-B17B-50F063AFB868}"/>
              </a:ext>
            </a:extLst>
          </p:cNvPr>
          <p:cNvSpPr txBox="1"/>
          <p:nvPr/>
        </p:nvSpPr>
        <p:spPr>
          <a:xfrm>
            <a:off x="6426200" y="2425700"/>
            <a:ext cx="2057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FFFFF"/>
                </a:solidFill>
                <a:latin typeface="Montserrat"/>
              </a:rPr>
              <a:t>ARTE — Méduses Souveraines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D313A56-530A-4E78-B357-ACEFDD09F442}"/>
              </a:ext>
            </a:extLst>
          </p:cNvPr>
          <p:cNvSpPr txBox="1"/>
          <p:nvPr/>
        </p:nvSpPr>
        <p:spPr>
          <a:xfrm>
            <a:off x="6438900" y="2859438"/>
            <a:ext cx="20574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dirty="0">
                <a:solidFill>
                  <a:srgbClr val="8FE3B8"/>
                </a:solidFill>
                <a:latin typeface="Open Sans"/>
              </a:rPr>
              <a:t>Documentaire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0D4EFA-8EED-43CC-83F0-3F072CD444F4}"/>
              </a:ext>
            </a:extLst>
          </p:cNvPr>
          <p:cNvSpPr/>
          <p:nvPr/>
        </p:nvSpPr>
        <p:spPr>
          <a:xfrm>
            <a:off x="8813800" y="2222500"/>
            <a:ext cx="2413000" cy="1397000"/>
          </a:xfrm>
          <a:prstGeom prst="rect">
            <a:avLst/>
          </a:prstGeom>
          <a:solidFill>
            <a:srgbClr val="0A1A24"/>
          </a:solidFill>
          <a:ln w="12700" cap="flat" cmpd="sng" algn="ctr">
            <a:solidFill>
              <a:srgbClr val="1A34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4B9B84-70F5-4432-AFAC-DD8639CC4259}"/>
              </a:ext>
            </a:extLst>
          </p:cNvPr>
          <p:cNvSpPr/>
          <p:nvPr/>
        </p:nvSpPr>
        <p:spPr>
          <a:xfrm>
            <a:off x="8813800" y="2222500"/>
            <a:ext cx="38100" cy="1397000"/>
          </a:xfrm>
          <a:prstGeom prst="rect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4F5343A0-A797-4D90-B23E-383F666030AB}"/>
              </a:ext>
            </a:extLst>
          </p:cNvPr>
          <p:cNvSpPr txBox="1"/>
          <p:nvPr/>
        </p:nvSpPr>
        <p:spPr>
          <a:xfrm>
            <a:off x="9042400" y="2425700"/>
            <a:ext cx="2057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FFFFF"/>
                </a:solidFill>
                <a:latin typeface="Montserrat"/>
              </a:rPr>
              <a:t>France 3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8D38FE9-C323-41DB-B7B3-CE15F08E55EF}"/>
              </a:ext>
            </a:extLst>
          </p:cNvPr>
          <p:cNvSpPr txBox="1"/>
          <p:nvPr/>
        </p:nvSpPr>
        <p:spPr>
          <a:xfrm>
            <a:off x="9042400" y="2667000"/>
            <a:ext cx="20574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8FE3B8"/>
                </a:solidFill>
                <a:latin typeface="Open Sans"/>
              </a:rPr>
              <a:t>Chaîne TV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E3740A-173C-4574-A646-A712F4CC98B2}"/>
              </a:ext>
            </a:extLst>
          </p:cNvPr>
          <p:cNvSpPr/>
          <p:nvPr/>
        </p:nvSpPr>
        <p:spPr>
          <a:xfrm>
            <a:off x="965200" y="3822700"/>
            <a:ext cx="2413000" cy="1397000"/>
          </a:xfrm>
          <a:prstGeom prst="rect">
            <a:avLst/>
          </a:prstGeom>
          <a:solidFill>
            <a:srgbClr val="0A1A24"/>
          </a:solidFill>
          <a:ln w="12700" cap="flat" cmpd="sng" algn="ctr">
            <a:solidFill>
              <a:srgbClr val="1A34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EC4935F-C9B9-4D8D-ABCA-29E131363877}"/>
              </a:ext>
            </a:extLst>
          </p:cNvPr>
          <p:cNvSpPr/>
          <p:nvPr/>
        </p:nvSpPr>
        <p:spPr>
          <a:xfrm>
            <a:off x="965200" y="3822700"/>
            <a:ext cx="38100" cy="1397000"/>
          </a:xfrm>
          <a:prstGeom prst="rect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DD2F9B3-0505-4296-9F39-AD04FC5CA54C}"/>
              </a:ext>
            </a:extLst>
          </p:cNvPr>
          <p:cNvSpPr txBox="1"/>
          <p:nvPr/>
        </p:nvSpPr>
        <p:spPr>
          <a:xfrm>
            <a:off x="1193800" y="4025900"/>
            <a:ext cx="2057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FFFFF"/>
                </a:solidFill>
                <a:latin typeface="Montserrat"/>
              </a:rPr>
              <a:t>La Provence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C6662494-6894-4D7A-8CBC-55D4B85CDA2B}"/>
              </a:ext>
            </a:extLst>
          </p:cNvPr>
          <p:cNvSpPr txBox="1"/>
          <p:nvPr/>
        </p:nvSpPr>
        <p:spPr>
          <a:xfrm>
            <a:off x="1193800" y="4267200"/>
            <a:ext cx="20574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8FE3B8"/>
                </a:solidFill>
                <a:latin typeface="Open Sans"/>
              </a:rPr>
              <a:t>Presse régionale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642769-D2C1-45F8-95AF-536F7B2C62B8}"/>
              </a:ext>
            </a:extLst>
          </p:cNvPr>
          <p:cNvSpPr/>
          <p:nvPr/>
        </p:nvSpPr>
        <p:spPr>
          <a:xfrm>
            <a:off x="3581400" y="3822700"/>
            <a:ext cx="2413000" cy="1397000"/>
          </a:xfrm>
          <a:prstGeom prst="rect">
            <a:avLst/>
          </a:prstGeom>
          <a:solidFill>
            <a:srgbClr val="0A1A24"/>
          </a:solidFill>
          <a:ln w="12700" cap="flat" cmpd="sng" algn="ctr">
            <a:solidFill>
              <a:srgbClr val="1A34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F126DC-5008-4260-8CBA-0B04C5D58DDB}"/>
              </a:ext>
            </a:extLst>
          </p:cNvPr>
          <p:cNvSpPr/>
          <p:nvPr/>
        </p:nvSpPr>
        <p:spPr>
          <a:xfrm>
            <a:off x="3581400" y="3822700"/>
            <a:ext cx="38100" cy="1397000"/>
          </a:xfrm>
          <a:prstGeom prst="rect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6019767-61D7-436F-A830-D23280A3F14A}"/>
              </a:ext>
            </a:extLst>
          </p:cNvPr>
          <p:cNvSpPr txBox="1"/>
          <p:nvPr/>
        </p:nvSpPr>
        <p:spPr>
          <a:xfrm>
            <a:off x="3810000" y="4025900"/>
            <a:ext cx="2057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FFFFF"/>
                </a:solidFill>
                <a:latin typeface="Montserrat"/>
              </a:rPr>
              <a:t>France Bleu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7CECB92D-E6E5-41E1-A0EB-B524C46BC503}"/>
              </a:ext>
            </a:extLst>
          </p:cNvPr>
          <p:cNvSpPr txBox="1"/>
          <p:nvPr/>
        </p:nvSpPr>
        <p:spPr>
          <a:xfrm>
            <a:off x="3810000" y="4267200"/>
            <a:ext cx="20574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8FE3B8"/>
                </a:solidFill>
                <a:latin typeface="Open Sans"/>
              </a:rPr>
              <a:t>Radio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EEA7A1D-5401-4806-A1D0-F50280A86DE8}"/>
              </a:ext>
            </a:extLst>
          </p:cNvPr>
          <p:cNvSpPr/>
          <p:nvPr/>
        </p:nvSpPr>
        <p:spPr>
          <a:xfrm>
            <a:off x="6197600" y="3822700"/>
            <a:ext cx="2413000" cy="1397000"/>
          </a:xfrm>
          <a:prstGeom prst="rect">
            <a:avLst/>
          </a:prstGeom>
          <a:solidFill>
            <a:srgbClr val="0A1A24"/>
          </a:solidFill>
          <a:ln w="12700" cap="flat" cmpd="sng" algn="ctr">
            <a:solidFill>
              <a:srgbClr val="1A34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245BE5-A679-4C39-9C43-8AC9262206E8}"/>
              </a:ext>
            </a:extLst>
          </p:cNvPr>
          <p:cNvSpPr/>
          <p:nvPr/>
        </p:nvSpPr>
        <p:spPr>
          <a:xfrm>
            <a:off x="6197600" y="3822700"/>
            <a:ext cx="38100" cy="1397000"/>
          </a:xfrm>
          <a:prstGeom prst="rect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A686F08B-9179-4588-B31F-902795906F25}"/>
              </a:ext>
            </a:extLst>
          </p:cNvPr>
          <p:cNvSpPr txBox="1"/>
          <p:nvPr/>
        </p:nvSpPr>
        <p:spPr>
          <a:xfrm>
            <a:off x="6426200" y="4025900"/>
            <a:ext cx="2057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FFFFF"/>
                </a:solidFill>
                <a:latin typeface="Montserrat"/>
              </a:rPr>
              <a:t>TF1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000671F0-835F-4259-897A-CA0D58B7994B}"/>
              </a:ext>
            </a:extLst>
          </p:cNvPr>
          <p:cNvSpPr txBox="1"/>
          <p:nvPr/>
        </p:nvSpPr>
        <p:spPr>
          <a:xfrm>
            <a:off x="6426200" y="4267200"/>
            <a:ext cx="20574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8FE3B8"/>
                </a:solidFill>
                <a:latin typeface="Open Sans"/>
              </a:rPr>
              <a:t>Chaîne TV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3E6CDB1-1D8C-4F3F-86E3-49C16F168A16}"/>
              </a:ext>
            </a:extLst>
          </p:cNvPr>
          <p:cNvSpPr/>
          <p:nvPr/>
        </p:nvSpPr>
        <p:spPr>
          <a:xfrm>
            <a:off x="8813800" y="3822700"/>
            <a:ext cx="2413000" cy="1397000"/>
          </a:xfrm>
          <a:prstGeom prst="rect">
            <a:avLst/>
          </a:prstGeom>
          <a:solidFill>
            <a:srgbClr val="0A1A24"/>
          </a:solidFill>
          <a:ln w="12700" cap="flat" cmpd="sng" algn="ctr">
            <a:solidFill>
              <a:srgbClr val="1A34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653A7F0-64F6-4FB7-A9D9-3CBEA7BB5BF4}"/>
              </a:ext>
            </a:extLst>
          </p:cNvPr>
          <p:cNvSpPr/>
          <p:nvPr/>
        </p:nvSpPr>
        <p:spPr>
          <a:xfrm>
            <a:off x="8813800" y="3822700"/>
            <a:ext cx="38100" cy="1397000"/>
          </a:xfrm>
          <a:prstGeom prst="rect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FEB6D37A-0DB5-46EB-975C-43069E2B0295}"/>
              </a:ext>
            </a:extLst>
          </p:cNvPr>
          <p:cNvSpPr txBox="1"/>
          <p:nvPr/>
        </p:nvSpPr>
        <p:spPr>
          <a:xfrm>
            <a:off x="9042400" y="4025900"/>
            <a:ext cx="2057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FFFFF"/>
                </a:solidFill>
                <a:latin typeface="Montserrat"/>
              </a:rPr>
              <a:t>Fondation de la Mer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B542B3D4-01E7-47A9-A935-DB84A3C385BD}"/>
              </a:ext>
            </a:extLst>
          </p:cNvPr>
          <p:cNvSpPr txBox="1"/>
          <p:nvPr/>
        </p:nvSpPr>
        <p:spPr>
          <a:xfrm>
            <a:off x="9042400" y="4267200"/>
            <a:ext cx="20574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8FE3B8"/>
                </a:solidFill>
                <a:latin typeface="Open Sans"/>
              </a:rPr>
              <a:t>Institution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04FBCE3A-4F02-493C-BF7F-7E7406D33D7C}"/>
              </a:ext>
            </a:extLst>
          </p:cNvPr>
          <p:cNvSpPr txBox="1"/>
          <p:nvPr/>
        </p:nvSpPr>
        <p:spPr>
          <a:xfrm>
            <a:off x="1016000" y="5588000"/>
            <a:ext cx="1016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i="1">
                <a:solidFill>
                  <a:srgbClr val="C8D6DE"/>
                </a:solidFill>
                <a:latin typeface="Open Sans"/>
                <a:ea typeface="Open Sans"/>
                <a:cs typeface="Open Sans"/>
              </a:rPr>
              <a:t>Reportages, interviews, documentaires — présence médiatique depuis 10 ans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DC29ADA5-257D-4EB9-B07C-68296103C952}"/>
              </a:ext>
            </a:extLst>
          </p:cNvPr>
          <p:cNvSpPr txBox="1"/>
          <p:nvPr/>
        </p:nvSpPr>
        <p:spPr>
          <a:xfrm>
            <a:off x="10414000" y="6350000"/>
            <a:ext cx="127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7B95A3"/>
                </a:solidFill>
                <a:latin typeface="Montserrat"/>
              </a:rPr>
              <a:t>07 / 11</a:t>
            </a:r>
          </a:p>
        </p:txBody>
      </p:sp>
      <p:sp>
        <p:nvSpPr>
          <p:cNvPr id="300" name="URL_media_0"/>
          <p:cNvSpPr/>
          <p:nvPr/>
        </p:nvSpPr>
        <p:spPr>
          <a:xfrm>
            <a:off x="1206500" y="2952750"/>
            <a:ext cx="20574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fr-FR" sz="900" i="1" dirty="0">
                <a:solidFill>
                  <a:srgbClr val="7B95A3"/>
                </a:solidFill>
                <a:latin typeface="Open Sans"/>
              </a:rPr>
              <a:t>karimsaari.com/sauver-</a:t>
            </a:r>
            <a:r>
              <a:rPr lang="fr-FR" sz="900" i="1" dirty="0" err="1">
                <a:solidFill>
                  <a:srgbClr val="7B95A3"/>
                </a:solidFill>
                <a:latin typeface="Open Sans"/>
              </a:rPr>
              <a:t>marseille</a:t>
            </a:r>
            <a:r>
              <a:rPr lang="fr-FR" sz="900" i="1" dirty="0">
                <a:solidFill>
                  <a:srgbClr val="7B95A3"/>
                </a:solidFill>
                <a:latin typeface="Open Sans"/>
              </a:rPr>
              <a:t>-documentaire-</a:t>
            </a:r>
            <a:r>
              <a:rPr lang="fr-FR" sz="900" i="1" dirty="0" err="1">
                <a:solidFill>
                  <a:srgbClr val="7B95A3"/>
                </a:solidFill>
                <a:latin typeface="Open Sans"/>
              </a:rPr>
              <a:t>arte</a:t>
            </a:r>
            <a:endParaRPr lang="fr-FR" sz="900" i="1" dirty="0">
              <a:solidFill>
                <a:srgbClr val="7B95A3"/>
              </a:solidFill>
              <a:latin typeface="Open Sans"/>
            </a:endParaRPr>
          </a:p>
        </p:txBody>
      </p:sp>
      <p:sp>
        <p:nvSpPr>
          <p:cNvPr id="301" name="URL_media_1"/>
          <p:cNvSpPr/>
          <p:nvPr/>
        </p:nvSpPr>
        <p:spPr>
          <a:xfrm>
            <a:off x="3810000" y="3115778"/>
            <a:ext cx="20574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fr-FR" sz="900" i="1" dirty="0">
                <a:solidFill>
                  <a:srgbClr val="7B95A3"/>
                </a:solidFill>
                <a:latin typeface="Open Sans"/>
              </a:rPr>
              <a:t>france.tv/france-5/</a:t>
            </a:r>
            <a:r>
              <a:rPr lang="fr-FR" sz="900" i="1" dirty="0" err="1">
                <a:solidFill>
                  <a:srgbClr val="7B95A3"/>
                </a:solidFill>
                <a:latin typeface="Open Sans"/>
              </a:rPr>
              <a:t>echappees</a:t>
            </a:r>
            <a:r>
              <a:rPr lang="fr-FR" sz="900" i="1" dirty="0">
                <a:solidFill>
                  <a:srgbClr val="7B95A3"/>
                </a:solidFill>
                <a:latin typeface="Open Sans"/>
              </a:rPr>
              <a:t>-belles/saison-18/5875509</a:t>
            </a:r>
          </a:p>
        </p:txBody>
      </p:sp>
      <p:sp>
        <p:nvSpPr>
          <p:cNvPr id="302" name="URL_media_2"/>
          <p:cNvSpPr/>
          <p:nvPr/>
        </p:nvSpPr>
        <p:spPr>
          <a:xfrm>
            <a:off x="6451600" y="3179478"/>
            <a:ext cx="20574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fr-FR" sz="900" i="1" dirty="0">
                <a:solidFill>
                  <a:srgbClr val="7B95A3"/>
                </a:solidFill>
                <a:latin typeface="Open Sans"/>
              </a:rPr>
              <a:t>karimsaari.com/</a:t>
            </a:r>
            <a:r>
              <a:rPr lang="fr-FR" sz="900" i="1" dirty="0" err="1">
                <a:solidFill>
                  <a:srgbClr val="7B95A3"/>
                </a:solidFill>
                <a:latin typeface="Open Sans"/>
              </a:rPr>
              <a:t>meduses</a:t>
            </a:r>
            <a:r>
              <a:rPr lang="fr-FR" sz="900" i="1" dirty="0">
                <a:solidFill>
                  <a:srgbClr val="7B95A3"/>
                </a:solidFill>
                <a:latin typeface="Open Sans"/>
              </a:rPr>
              <a:t>-souveraines-</a:t>
            </a:r>
            <a:r>
              <a:rPr lang="fr-FR" sz="900" i="1" dirty="0" err="1">
                <a:solidFill>
                  <a:srgbClr val="7B95A3"/>
                </a:solidFill>
                <a:latin typeface="Open Sans"/>
              </a:rPr>
              <a:t>oceans</a:t>
            </a:r>
            <a:r>
              <a:rPr lang="fr-FR" sz="900" i="1" dirty="0">
                <a:solidFill>
                  <a:srgbClr val="7B95A3"/>
                </a:solidFill>
                <a:latin typeface="Open Sans"/>
              </a:rPr>
              <a:t>-documentaire-</a:t>
            </a:r>
            <a:r>
              <a:rPr lang="fr-FR" sz="900" i="1" dirty="0" err="1">
                <a:solidFill>
                  <a:srgbClr val="7B95A3"/>
                </a:solidFill>
                <a:latin typeface="Open Sans"/>
              </a:rPr>
              <a:t>arte</a:t>
            </a:r>
            <a:endParaRPr lang="fr-FR" sz="900" i="1" dirty="0">
              <a:solidFill>
                <a:srgbClr val="7B95A3"/>
              </a:solidFill>
              <a:latin typeface="Open Sans"/>
            </a:endParaRPr>
          </a:p>
        </p:txBody>
      </p:sp>
      <p:sp>
        <p:nvSpPr>
          <p:cNvPr id="303" name="URL_media_3"/>
          <p:cNvSpPr/>
          <p:nvPr/>
        </p:nvSpPr>
        <p:spPr>
          <a:xfrm>
            <a:off x="9042400" y="2895600"/>
            <a:ext cx="20574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fr-FR" sz="900" i="1">
                <a:solidFill>
                  <a:srgbClr val="7B95A3"/>
                </a:solidFill>
                <a:latin typeface="Open Sans"/>
              </a:rPr>
              <a:t>france3-regions.franceinfo.fr</a:t>
            </a:r>
          </a:p>
        </p:txBody>
      </p:sp>
      <p:sp>
        <p:nvSpPr>
          <p:cNvPr id="304" name="URL_media_4"/>
          <p:cNvSpPr/>
          <p:nvPr/>
        </p:nvSpPr>
        <p:spPr>
          <a:xfrm>
            <a:off x="1193800" y="4495800"/>
            <a:ext cx="20574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fr-FR" sz="900" i="1">
                <a:solidFill>
                  <a:srgbClr val="7B95A3"/>
                </a:solidFill>
                <a:latin typeface="Open Sans"/>
              </a:rPr>
              <a:t>laprovence.com</a:t>
            </a:r>
          </a:p>
        </p:txBody>
      </p:sp>
      <p:sp>
        <p:nvSpPr>
          <p:cNvPr id="305" name="URL_media_5"/>
          <p:cNvSpPr/>
          <p:nvPr/>
        </p:nvSpPr>
        <p:spPr>
          <a:xfrm>
            <a:off x="3810000" y="4495800"/>
            <a:ext cx="20574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fr-FR" sz="900" i="1">
                <a:solidFill>
                  <a:srgbClr val="7B95A3"/>
                </a:solidFill>
                <a:latin typeface="Open Sans"/>
              </a:rPr>
              <a:t>francebleu.fr</a:t>
            </a:r>
          </a:p>
        </p:txBody>
      </p:sp>
      <p:sp>
        <p:nvSpPr>
          <p:cNvPr id="306" name="URL_media_6"/>
          <p:cNvSpPr/>
          <p:nvPr/>
        </p:nvSpPr>
        <p:spPr>
          <a:xfrm>
            <a:off x="6426200" y="4495800"/>
            <a:ext cx="20574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fr-FR" sz="900" i="1">
                <a:solidFill>
                  <a:srgbClr val="7B95A3"/>
                </a:solidFill>
                <a:latin typeface="Open Sans"/>
              </a:rPr>
              <a:t>tf1info.fr</a:t>
            </a:r>
          </a:p>
        </p:txBody>
      </p:sp>
      <p:sp>
        <p:nvSpPr>
          <p:cNvPr id="307" name="URL_media_7"/>
          <p:cNvSpPr/>
          <p:nvPr/>
        </p:nvSpPr>
        <p:spPr>
          <a:xfrm>
            <a:off x="9042400" y="4572000"/>
            <a:ext cx="20574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fr-FR" sz="900" i="1" dirty="0">
                <a:solidFill>
                  <a:srgbClr val="7B95A3"/>
                </a:solidFill>
                <a:latin typeface="Open Sans"/>
              </a:rPr>
              <a:t>fondationdelamer.org/nos-</a:t>
            </a:r>
            <a:r>
              <a:rPr lang="fr-FR" sz="900" i="1" dirty="0" err="1">
                <a:solidFill>
                  <a:srgbClr val="7B95A3"/>
                </a:solidFill>
                <a:latin typeface="Open Sans"/>
              </a:rPr>
              <a:t>actualites</a:t>
            </a:r>
            <a:r>
              <a:rPr lang="fr-FR" sz="900" i="1" dirty="0">
                <a:solidFill>
                  <a:srgbClr val="7B95A3"/>
                </a:solidFill>
                <a:latin typeface="Open Sans"/>
              </a:rPr>
              <a:t>/projet-sentinelle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D0ABAC73-194D-400E-AE58-22CB7697E897}"/>
              </a:ext>
            </a:extLst>
          </p:cNvPr>
          <p:cNvSpPr txBox="1"/>
          <p:nvPr/>
        </p:nvSpPr>
        <p:spPr>
          <a:xfrm>
            <a:off x="4253948" y="1608488"/>
            <a:ext cx="2540000" cy="177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900" dirty="0">
                <a:solidFill>
                  <a:srgbClr val="21C47B"/>
                </a:solidFill>
                <a:latin typeface="Montserrat"/>
                <a:hlinkClick r:id="rId2"/>
              </a:rPr>
              <a:t>karimsaari.com/presse</a:t>
            </a:r>
            <a:endParaRPr lang="fr-FR" sz="900" dirty="0">
              <a:solidFill>
                <a:srgbClr val="21C47B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615399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416E97A-7426-406A-8E32-69DE3F15661A}"/>
              </a:ext>
            </a:extLst>
          </p:cNvPr>
          <p:cNvSpPr txBox="1"/>
          <p:nvPr/>
        </p:nvSpPr>
        <p:spPr>
          <a:xfrm>
            <a:off x="1016000" y="762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21C47B"/>
                </a:solidFill>
                <a:latin typeface="Montserrat"/>
              </a:rPr>
              <a:t>RÉSEAUX SOCIAUX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F441351-88B1-463B-B97F-0205F3227F8C}"/>
              </a:ext>
            </a:extLst>
          </p:cNvPr>
          <p:cNvSpPr txBox="1"/>
          <p:nvPr/>
        </p:nvSpPr>
        <p:spPr>
          <a:xfrm>
            <a:off x="1016000" y="1079500"/>
            <a:ext cx="1016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200" b="1" dirty="0">
                <a:solidFill>
                  <a:srgbClr val="FFFFFF"/>
                </a:solidFill>
                <a:latin typeface="Montserrat"/>
              </a:rPr>
              <a:t>Une communauté connectée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9BAF9F-60D1-4C47-9026-50A81D9B5709}"/>
              </a:ext>
            </a:extLst>
          </p:cNvPr>
          <p:cNvSpPr/>
          <p:nvPr/>
        </p:nvSpPr>
        <p:spPr>
          <a:xfrm>
            <a:off x="1016000" y="1778000"/>
            <a:ext cx="508000" cy="38100"/>
          </a:xfrm>
          <a:prstGeom prst="rect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727EA4-8B3E-47EC-B6CE-A80679FF82B8}"/>
              </a:ext>
            </a:extLst>
          </p:cNvPr>
          <p:cNvSpPr/>
          <p:nvPr/>
        </p:nvSpPr>
        <p:spPr>
          <a:xfrm>
            <a:off x="749300" y="2159000"/>
            <a:ext cx="2540000" cy="1651000"/>
          </a:xfrm>
          <a:prstGeom prst="rect">
            <a:avLst/>
          </a:prstGeom>
          <a:solidFill>
            <a:srgbClr val="0A1A24"/>
          </a:solidFill>
          <a:ln w="12700" cap="flat" cmpd="sng" algn="ctr">
            <a:solidFill>
              <a:srgbClr val="1A34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C2A6B5B-246A-4F2C-B814-015B55409004}"/>
              </a:ext>
            </a:extLst>
          </p:cNvPr>
          <p:cNvSpPr/>
          <p:nvPr/>
        </p:nvSpPr>
        <p:spPr>
          <a:xfrm>
            <a:off x="952500" y="2387600"/>
            <a:ext cx="558800" cy="558800"/>
          </a:xfrm>
          <a:prstGeom prst="ellipse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endParaRPr lang="fr-FR" sz="1400" b="1">
              <a:solidFill>
                <a:srgbClr val="0C2230"/>
              </a:solidFill>
              <a:latin typeface="Montserrat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FEB60DE-E719-4F22-9C48-442B24D890B0}"/>
              </a:ext>
            </a:extLst>
          </p:cNvPr>
          <p:cNvSpPr txBox="1"/>
          <p:nvPr/>
        </p:nvSpPr>
        <p:spPr>
          <a:xfrm>
            <a:off x="1638300" y="24384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  <a:latin typeface="Montserrat"/>
              </a:rPr>
              <a:t>Instagram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91A79BE-B662-47F0-94D7-71D0F2F6B99C}"/>
              </a:ext>
            </a:extLst>
          </p:cNvPr>
          <p:cNvSpPr txBox="1"/>
          <p:nvPr/>
        </p:nvSpPr>
        <p:spPr>
          <a:xfrm>
            <a:off x="1638300" y="2692400"/>
            <a:ext cx="152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8FE3B8"/>
                </a:solidFill>
                <a:latin typeface="Open Sans"/>
                <a:ea typeface="Open Sans"/>
                <a:cs typeface="Open Sans"/>
              </a:rPr>
              <a:t>@karimsaari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0FDBC0-CBA5-4788-B6FC-F4E1E67FF1EB}"/>
              </a:ext>
            </a:extLst>
          </p:cNvPr>
          <p:cNvSpPr/>
          <p:nvPr/>
        </p:nvSpPr>
        <p:spPr>
          <a:xfrm>
            <a:off x="952500" y="3175000"/>
            <a:ext cx="2133600" cy="12700"/>
          </a:xfrm>
          <a:prstGeom prst="rect">
            <a:avLst/>
          </a:prstGeom>
          <a:solidFill>
            <a:srgbClr val="1A34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646A4C7-ADAD-4035-9C15-C8A6A007A98F}"/>
              </a:ext>
            </a:extLst>
          </p:cNvPr>
          <p:cNvSpPr txBox="1"/>
          <p:nvPr/>
        </p:nvSpPr>
        <p:spPr>
          <a:xfrm>
            <a:off x="952500" y="3327400"/>
            <a:ext cx="213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 dirty="0">
                <a:solidFill>
                  <a:srgbClr val="21C47B"/>
                </a:solidFill>
                <a:latin typeface="Montserrat"/>
                <a:hlinkClick r:id="rId2"/>
              </a:rPr>
              <a:t>SUIVRE</a:t>
            </a:r>
            <a:endParaRPr lang="fr-FR" sz="1000" b="1" dirty="0">
              <a:solidFill>
                <a:srgbClr val="21C47B"/>
              </a:solidFill>
              <a:latin typeface="Montserra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7BFF4A-EB62-489A-A57A-43E6F998791F}"/>
              </a:ext>
            </a:extLst>
          </p:cNvPr>
          <p:cNvSpPr/>
          <p:nvPr/>
        </p:nvSpPr>
        <p:spPr>
          <a:xfrm>
            <a:off x="3467100" y="2159000"/>
            <a:ext cx="2540000" cy="1651000"/>
          </a:xfrm>
          <a:prstGeom prst="rect">
            <a:avLst/>
          </a:prstGeom>
          <a:solidFill>
            <a:srgbClr val="0A1A24"/>
          </a:solidFill>
          <a:ln w="12700" cap="flat" cmpd="sng" algn="ctr">
            <a:solidFill>
              <a:srgbClr val="1A34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B8E3D93-3760-462B-A901-4544625F9ED1}"/>
              </a:ext>
            </a:extLst>
          </p:cNvPr>
          <p:cNvSpPr/>
          <p:nvPr/>
        </p:nvSpPr>
        <p:spPr>
          <a:xfrm>
            <a:off x="3670300" y="2387600"/>
            <a:ext cx="558800" cy="558800"/>
          </a:xfrm>
          <a:prstGeom prst="ellipse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endParaRPr lang="fr-FR" sz="1400" b="1">
              <a:solidFill>
                <a:srgbClr val="0C2230"/>
              </a:solidFill>
              <a:latin typeface="Montserrat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493321D-8867-4C9D-9B17-6DDE4FF88416}"/>
              </a:ext>
            </a:extLst>
          </p:cNvPr>
          <p:cNvSpPr txBox="1"/>
          <p:nvPr/>
        </p:nvSpPr>
        <p:spPr>
          <a:xfrm>
            <a:off x="4356100" y="24384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  <a:latin typeface="Montserrat"/>
              </a:rPr>
              <a:t>TikTok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61D3C85-A7D1-44DF-8F18-22336C073E7E}"/>
              </a:ext>
            </a:extLst>
          </p:cNvPr>
          <p:cNvSpPr txBox="1"/>
          <p:nvPr/>
        </p:nvSpPr>
        <p:spPr>
          <a:xfrm>
            <a:off x="4356100" y="2692400"/>
            <a:ext cx="152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8FE3B8"/>
                </a:solidFill>
                <a:latin typeface="Open Sans"/>
                <a:ea typeface="Open Sans"/>
                <a:cs typeface="Open Sans"/>
              </a:rPr>
              <a:t>@dark.massilia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DF6FE9-B63E-4158-B933-C95F8B3D2D11}"/>
              </a:ext>
            </a:extLst>
          </p:cNvPr>
          <p:cNvSpPr/>
          <p:nvPr/>
        </p:nvSpPr>
        <p:spPr>
          <a:xfrm>
            <a:off x="3670300" y="3175000"/>
            <a:ext cx="2133600" cy="12700"/>
          </a:xfrm>
          <a:prstGeom prst="rect">
            <a:avLst/>
          </a:prstGeom>
          <a:solidFill>
            <a:srgbClr val="1A34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53AF359-4ED9-4A4B-90C5-C22ED6620F63}"/>
              </a:ext>
            </a:extLst>
          </p:cNvPr>
          <p:cNvSpPr txBox="1"/>
          <p:nvPr/>
        </p:nvSpPr>
        <p:spPr>
          <a:xfrm>
            <a:off x="3670300" y="3327400"/>
            <a:ext cx="213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 dirty="0">
                <a:solidFill>
                  <a:srgbClr val="21C47B"/>
                </a:solidFill>
                <a:latin typeface="Montserrat"/>
                <a:hlinkClick r:id="rId3"/>
              </a:rPr>
              <a:t>SUIVRE</a:t>
            </a:r>
            <a:endParaRPr lang="fr-FR" sz="1000" b="1" dirty="0">
              <a:solidFill>
                <a:srgbClr val="21C47B"/>
              </a:solidFill>
              <a:latin typeface="Montserra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4AD1DB-F8F6-4916-9099-F6DA3B7F804B}"/>
              </a:ext>
            </a:extLst>
          </p:cNvPr>
          <p:cNvSpPr/>
          <p:nvPr/>
        </p:nvSpPr>
        <p:spPr>
          <a:xfrm>
            <a:off x="6184900" y="2159000"/>
            <a:ext cx="2540000" cy="1651000"/>
          </a:xfrm>
          <a:prstGeom prst="rect">
            <a:avLst/>
          </a:prstGeom>
          <a:solidFill>
            <a:srgbClr val="0A1A24"/>
          </a:solidFill>
          <a:ln w="12700" cap="flat" cmpd="sng" algn="ctr">
            <a:solidFill>
              <a:srgbClr val="1A34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C5FD0441-6E16-4450-AA13-9F8E150FBDDB}"/>
              </a:ext>
            </a:extLst>
          </p:cNvPr>
          <p:cNvSpPr/>
          <p:nvPr/>
        </p:nvSpPr>
        <p:spPr>
          <a:xfrm>
            <a:off x="6388100" y="2387600"/>
            <a:ext cx="558800" cy="558800"/>
          </a:xfrm>
          <a:prstGeom prst="ellipse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endParaRPr lang="fr-FR" sz="1400" b="1">
              <a:solidFill>
                <a:srgbClr val="0C2230"/>
              </a:solidFill>
              <a:latin typeface="Montserrat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654DAC8-799F-40FB-B541-1530C7C9D6B3}"/>
              </a:ext>
            </a:extLst>
          </p:cNvPr>
          <p:cNvSpPr txBox="1"/>
          <p:nvPr/>
        </p:nvSpPr>
        <p:spPr>
          <a:xfrm>
            <a:off x="7073900" y="24384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  <a:latin typeface="Montserrat"/>
              </a:rPr>
              <a:t>YouTube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157012D-42C5-4AF2-83D0-8A94116AAC3E}"/>
              </a:ext>
            </a:extLst>
          </p:cNvPr>
          <p:cNvSpPr txBox="1"/>
          <p:nvPr/>
        </p:nvSpPr>
        <p:spPr>
          <a:xfrm>
            <a:off x="7073900" y="2692400"/>
            <a:ext cx="152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8FE3B8"/>
                </a:solidFill>
                <a:latin typeface="Open Sans"/>
                <a:ea typeface="Open Sans"/>
                <a:cs typeface="Open Sans"/>
              </a:rPr>
              <a:t>@dark.massilia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6002C8-0BA6-48AE-95BB-7E105804EE17}"/>
              </a:ext>
            </a:extLst>
          </p:cNvPr>
          <p:cNvSpPr/>
          <p:nvPr/>
        </p:nvSpPr>
        <p:spPr>
          <a:xfrm>
            <a:off x="6388100" y="3175000"/>
            <a:ext cx="2133600" cy="12700"/>
          </a:xfrm>
          <a:prstGeom prst="rect">
            <a:avLst/>
          </a:prstGeom>
          <a:solidFill>
            <a:srgbClr val="1A34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5917A120-EBB9-4D47-B52C-D1A71C475317}"/>
              </a:ext>
            </a:extLst>
          </p:cNvPr>
          <p:cNvSpPr txBox="1"/>
          <p:nvPr/>
        </p:nvSpPr>
        <p:spPr>
          <a:xfrm>
            <a:off x="6388100" y="3327400"/>
            <a:ext cx="213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 dirty="0">
                <a:solidFill>
                  <a:srgbClr val="21C47B"/>
                </a:solidFill>
                <a:latin typeface="Montserrat"/>
                <a:hlinkClick r:id="rId4"/>
              </a:rPr>
              <a:t>SUIVRE</a:t>
            </a:r>
            <a:endParaRPr lang="fr-FR" sz="1000" b="1" dirty="0">
              <a:solidFill>
                <a:srgbClr val="21C47B"/>
              </a:solidFill>
              <a:latin typeface="Montserra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93DCE1-6F44-45A6-A85C-84432C461168}"/>
              </a:ext>
            </a:extLst>
          </p:cNvPr>
          <p:cNvSpPr/>
          <p:nvPr/>
        </p:nvSpPr>
        <p:spPr>
          <a:xfrm>
            <a:off x="8902700" y="2159000"/>
            <a:ext cx="2540000" cy="1651000"/>
          </a:xfrm>
          <a:prstGeom prst="rect">
            <a:avLst/>
          </a:prstGeom>
          <a:solidFill>
            <a:srgbClr val="0A1A24"/>
          </a:solidFill>
          <a:ln w="12700" cap="flat" cmpd="sng" algn="ctr">
            <a:solidFill>
              <a:srgbClr val="1A34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1161A27C-8244-47D2-8D45-5F5D9B5B9DA2}"/>
              </a:ext>
            </a:extLst>
          </p:cNvPr>
          <p:cNvSpPr/>
          <p:nvPr/>
        </p:nvSpPr>
        <p:spPr>
          <a:xfrm>
            <a:off x="9105900" y="2387600"/>
            <a:ext cx="558800" cy="558800"/>
          </a:xfrm>
          <a:prstGeom prst="ellipse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endParaRPr lang="fr-FR" sz="1400" b="1">
              <a:solidFill>
                <a:srgbClr val="0C2230"/>
              </a:solidFill>
              <a:latin typeface="Montserrat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463E69F8-7B5E-4D69-8EA7-1D83CD3FA43E}"/>
              </a:ext>
            </a:extLst>
          </p:cNvPr>
          <p:cNvSpPr txBox="1"/>
          <p:nvPr/>
        </p:nvSpPr>
        <p:spPr>
          <a:xfrm>
            <a:off x="9791700" y="24384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  <a:latin typeface="Montserrat"/>
              </a:rPr>
              <a:t>Twitter / X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42E1216-4257-4203-843B-6268AF4ECB30}"/>
              </a:ext>
            </a:extLst>
          </p:cNvPr>
          <p:cNvSpPr txBox="1"/>
          <p:nvPr/>
        </p:nvSpPr>
        <p:spPr>
          <a:xfrm>
            <a:off x="9791700" y="2692400"/>
            <a:ext cx="152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8FE3B8"/>
                </a:solidFill>
                <a:latin typeface="Open Sans"/>
                <a:ea typeface="Open Sans"/>
                <a:cs typeface="Open Sans"/>
              </a:rPr>
              <a:t>@dark_massilia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D663A8A-8000-4D90-8992-4D1F580D7405}"/>
              </a:ext>
            </a:extLst>
          </p:cNvPr>
          <p:cNvSpPr/>
          <p:nvPr/>
        </p:nvSpPr>
        <p:spPr>
          <a:xfrm>
            <a:off x="9105900" y="3175000"/>
            <a:ext cx="2133600" cy="12700"/>
          </a:xfrm>
          <a:prstGeom prst="rect">
            <a:avLst/>
          </a:prstGeom>
          <a:solidFill>
            <a:srgbClr val="1A34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B9CE951E-9FB1-4DAF-8ADA-6301990F4E47}"/>
              </a:ext>
            </a:extLst>
          </p:cNvPr>
          <p:cNvSpPr txBox="1"/>
          <p:nvPr/>
        </p:nvSpPr>
        <p:spPr>
          <a:xfrm>
            <a:off x="9105900" y="3327400"/>
            <a:ext cx="213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 dirty="0">
                <a:solidFill>
                  <a:srgbClr val="21C47B"/>
                </a:solidFill>
                <a:latin typeface="Montserrat"/>
                <a:hlinkClick r:id="rId5"/>
              </a:rPr>
              <a:t>SUIVRE</a:t>
            </a:r>
            <a:endParaRPr lang="fr-FR" sz="1000" b="1" dirty="0">
              <a:solidFill>
                <a:srgbClr val="21C47B"/>
              </a:solidFill>
              <a:latin typeface="Montserra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649021-3FD1-4BB5-97FB-4B14323A81DB}"/>
              </a:ext>
            </a:extLst>
          </p:cNvPr>
          <p:cNvSpPr/>
          <p:nvPr/>
        </p:nvSpPr>
        <p:spPr>
          <a:xfrm>
            <a:off x="749300" y="3987800"/>
            <a:ext cx="2540000" cy="1651000"/>
          </a:xfrm>
          <a:prstGeom prst="rect">
            <a:avLst/>
          </a:prstGeom>
          <a:solidFill>
            <a:srgbClr val="0A1A24"/>
          </a:solidFill>
          <a:ln w="12700" cap="flat" cmpd="sng" algn="ctr">
            <a:solidFill>
              <a:srgbClr val="1A34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03ED8729-48DB-4C37-BC23-3DF1E4D39D02}"/>
              </a:ext>
            </a:extLst>
          </p:cNvPr>
          <p:cNvSpPr/>
          <p:nvPr/>
        </p:nvSpPr>
        <p:spPr>
          <a:xfrm>
            <a:off x="952500" y="4216400"/>
            <a:ext cx="558800" cy="558800"/>
          </a:xfrm>
          <a:prstGeom prst="ellipse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endParaRPr lang="fr-FR" sz="1400" b="1">
              <a:solidFill>
                <a:srgbClr val="0C2230"/>
              </a:solidFill>
              <a:latin typeface="Montserrat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DA6C8E72-D430-4A99-8E88-114452262BB9}"/>
              </a:ext>
            </a:extLst>
          </p:cNvPr>
          <p:cNvSpPr txBox="1"/>
          <p:nvPr/>
        </p:nvSpPr>
        <p:spPr>
          <a:xfrm>
            <a:off x="1638300" y="42672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  <a:latin typeface="Montserrat"/>
              </a:rPr>
              <a:t>Facebook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DB903DE9-9FC4-4E91-AB53-6284DA9828AE}"/>
              </a:ext>
            </a:extLst>
          </p:cNvPr>
          <p:cNvSpPr txBox="1"/>
          <p:nvPr/>
        </p:nvSpPr>
        <p:spPr>
          <a:xfrm>
            <a:off x="1638300" y="4521200"/>
            <a:ext cx="152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8FE3B8"/>
                </a:solidFill>
                <a:latin typeface="Open Sans"/>
                <a:ea typeface="Open Sans"/>
                <a:cs typeface="Open Sans"/>
              </a:rPr>
              <a:t>Amoureux des Calanques · 130K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FA7572-AFD9-4E4F-905B-AC466BF52441}"/>
              </a:ext>
            </a:extLst>
          </p:cNvPr>
          <p:cNvSpPr/>
          <p:nvPr/>
        </p:nvSpPr>
        <p:spPr>
          <a:xfrm>
            <a:off x="952500" y="5003800"/>
            <a:ext cx="2133600" cy="12700"/>
          </a:xfrm>
          <a:prstGeom prst="rect">
            <a:avLst/>
          </a:prstGeom>
          <a:solidFill>
            <a:srgbClr val="1A34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1F786049-0531-4900-B964-4966FBD383DF}"/>
              </a:ext>
            </a:extLst>
          </p:cNvPr>
          <p:cNvSpPr txBox="1"/>
          <p:nvPr/>
        </p:nvSpPr>
        <p:spPr>
          <a:xfrm>
            <a:off x="952500" y="5156200"/>
            <a:ext cx="213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 dirty="0">
                <a:solidFill>
                  <a:srgbClr val="21C47B"/>
                </a:solidFill>
                <a:latin typeface="Montserrat"/>
                <a:hlinkClick r:id="rId6"/>
              </a:rPr>
              <a:t>SUIVRE</a:t>
            </a:r>
            <a:endParaRPr lang="fr-FR" sz="1000" b="1" dirty="0">
              <a:solidFill>
                <a:srgbClr val="21C47B"/>
              </a:solidFill>
              <a:latin typeface="Montserrat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DCA4F53-5B34-4262-898A-6B23D24EFCCE}"/>
              </a:ext>
            </a:extLst>
          </p:cNvPr>
          <p:cNvSpPr/>
          <p:nvPr/>
        </p:nvSpPr>
        <p:spPr>
          <a:xfrm>
            <a:off x="3467100" y="3987800"/>
            <a:ext cx="2540000" cy="1651000"/>
          </a:xfrm>
          <a:prstGeom prst="rect">
            <a:avLst/>
          </a:prstGeom>
          <a:solidFill>
            <a:srgbClr val="0A1A24"/>
          </a:solidFill>
          <a:ln w="12700" cap="flat" cmpd="sng" algn="ctr">
            <a:solidFill>
              <a:srgbClr val="1A34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50D54E08-7B5A-43C8-B264-0442884953E4}"/>
              </a:ext>
            </a:extLst>
          </p:cNvPr>
          <p:cNvSpPr/>
          <p:nvPr/>
        </p:nvSpPr>
        <p:spPr>
          <a:xfrm>
            <a:off x="3670300" y="4216400"/>
            <a:ext cx="558800" cy="558800"/>
          </a:xfrm>
          <a:prstGeom prst="ellipse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endParaRPr lang="fr-FR" sz="1400" b="1">
              <a:solidFill>
                <a:srgbClr val="0C2230"/>
              </a:solidFill>
              <a:latin typeface="Montserrat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B55BB0F4-46D7-49BD-9C12-7490A15EDFEC}"/>
              </a:ext>
            </a:extLst>
          </p:cNvPr>
          <p:cNvSpPr txBox="1"/>
          <p:nvPr/>
        </p:nvSpPr>
        <p:spPr>
          <a:xfrm>
            <a:off x="4356100" y="42672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  <a:latin typeface="Montserrat"/>
              </a:rPr>
              <a:t>500px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F6F5CD44-9693-4C49-8BF9-CDD1E786BD4A}"/>
              </a:ext>
            </a:extLst>
          </p:cNvPr>
          <p:cNvSpPr txBox="1"/>
          <p:nvPr/>
        </p:nvSpPr>
        <p:spPr>
          <a:xfrm>
            <a:off x="4356100" y="4521200"/>
            <a:ext cx="152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8FE3B8"/>
                </a:solidFill>
                <a:latin typeface="Open Sans"/>
                <a:ea typeface="Open Sans"/>
                <a:cs typeface="Open Sans"/>
              </a:rPr>
              <a:t>karimsaari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A5073BA-7DC0-41A3-8DA7-18B9A2EE2C63}"/>
              </a:ext>
            </a:extLst>
          </p:cNvPr>
          <p:cNvSpPr/>
          <p:nvPr/>
        </p:nvSpPr>
        <p:spPr>
          <a:xfrm>
            <a:off x="3670300" y="5003800"/>
            <a:ext cx="2133600" cy="12700"/>
          </a:xfrm>
          <a:prstGeom prst="rect">
            <a:avLst/>
          </a:prstGeom>
          <a:solidFill>
            <a:srgbClr val="1A34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2294449B-626F-42EE-9740-B804C5C16D8D}"/>
              </a:ext>
            </a:extLst>
          </p:cNvPr>
          <p:cNvSpPr txBox="1"/>
          <p:nvPr/>
        </p:nvSpPr>
        <p:spPr>
          <a:xfrm>
            <a:off x="3670300" y="5156200"/>
            <a:ext cx="213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 dirty="0">
                <a:solidFill>
                  <a:srgbClr val="21C47B"/>
                </a:solidFill>
                <a:latin typeface="Montserrat"/>
                <a:hlinkClick r:id="rId7"/>
              </a:rPr>
              <a:t>SUIVRE</a:t>
            </a:r>
            <a:endParaRPr lang="fr-FR" sz="1000" b="1" dirty="0">
              <a:solidFill>
                <a:srgbClr val="21C47B"/>
              </a:solidFill>
              <a:latin typeface="Montserrat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69703E3-DE67-44D1-A484-55D57A858026}"/>
              </a:ext>
            </a:extLst>
          </p:cNvPr>
          <p:cNvSpPr/>
          <p:nvPr/>
        </p:nvSpPr>
        <p:spPr>
          <a:xfrm>
            <a:off x="6184900" y="3987800"/>
            <a:ext cx="2540000" cy="1651000"/>
          </a:xfrm>
          <a:prstGeom prst="rect">
            <a:avLst/>
          </a:prstGeom>
          <a:solidFill>
            <a:srgbClr val="0A1A24"/>
          </a:solidFill>
          <a:ln w="12700" cap="flat" cmpd="sng" algn="ctr">
            <a:solidFill>
              <a:srgbClr val="1A34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530999A7-B10A-498B-A7A7-4C857790E906}"/>
              </a:ext>
            </a:extLst>
          </p:cNvPr>
          <p:cNvSpPr/>
          <p:nvPr/>
        </p:nvSpPr>
        <p:spPr>
          <a:xfrm>
            <a:off x="6388100" y="4216400"/>
            <a:ext cx="558800" cy="558800"/>
          </a:xfrm>
          <a:prstGeom prst="ellipse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endParaRPr lang="fr-FR" sz="1400" b="1">
              <a:solidFill>
                <a:srgbClr val="0C2230"/>
              </a:solidFill>
              <a:latin typeface="Montserrat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E577419-06B2-4C1F-AAAC-EDD12704AE54}"/>
              </a:ext>
            </a:extLst>
          </p:cNvPr>
          <p:cNvSpPr txBox="1"/>
          <p:nvPr/>
        </p:nvSpPr>
        <p:spPr>
          <a:xfrm>
            <a:off x="7073900" y="42672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  <a:latin typeface="Montserrat"/>
              </a:rPr>
              <a:t>LinkedIn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B353A7CE-8126-4BC7-8DF6-62ACD4B5C9C2}"/>
              </a:ext>
            </a:extLst>
          </p:cNvPr>
          <p:cNvSpPr txBox="1"/>
          <p:nvPr/>
        </p:nvSpPr>
        <p:spPr>
          <a:xfrm>
            <a:off x="7073900" y="4521200"/>
            <a:ext cx="152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8FE3B8"/>
                </a:solidFill>
                <a:latin typeface="Open Sans"/>
                <a:ea typeface="Open Sans"/>
                <a:cs typeface="Open Sans"/>
              </a:rPr>
              <a:t>karimsaari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8356202-CDC1-4347-A4CE-DC7E5296F74F}"/>
              </a:ext>
            </a:extLst>
          </p:cNvPr>
          <p:cNvSpPr/>
          <p:nvPr/>
        </p:nvSpPr>
        <p:spPr>
          <a:xfrm>
            <a:off x="6388100" y="5003800"/>
            <a:ext cx="2133600" cy="12700"/>
          </a:xfrm>
          <a:prstGeom prst="rect">
            <a:avLst/>
          </a:prstGeom>
          <a:solidFill>
            <a:srgbClr val="1A34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ABC5C384-3FBF-4508-90EF-C310AB6D214E}"/>
              </a:ext>
            </a:extLst>
          </p:cNvPr>
          <p:cNvSpPr txBox="1"/>
          <p:nvPr/>
        </p:nvSpPr>
        <p:spPr>
          <a:xfrm>
            <a:off x="6388100" y="5156200"/>
            <a:ext cx="213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 dirty="0">
                <a:solidFill>
                  <a:srgbClr val="21C47B"/>
                </a:solidFill>
                <a:latin typeface="Montserrat"/>
                <a:hlinkClick r:id="rId8"/>
              </a:rPr>
              <a:t>SUIVRE</a:t>
            </a:r>
            <a:endParaRPr lang="fr-FR" sz="1000" b="1" dirty="0">
              <a:solidFill>
                <a:srgbClr val="21C47B"/>
              </a:solidFill>
              <a:latin typeface="Montserrat"/>
            </a:endParaRP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FBD7E2D4-64CB-49F4-B672-F5FEFFE5817D}"/>
              </a:ext>
            </a:extLst>
          </p:cNvPr>
          <p:cNvSpPr txBox="1"/>
          <p:nvPr/>
        </p:nvSpPr>
        <p:spPr>
          <a:xfrm>
            <a:off x="10414000" y="6350000"/>
            <a:ext cx="127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7B95A3"/>
                </a:solidFill>
                <a:latin typeface="Montserrat"/>
              </a:rPr>
              <a:t>08 / 11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E25329DA-73E1-41D4-A22A-21F7381BACF2}"/>
              </a:ext>
            </a:extLst>
          </p:cNvPr>
          <p:cNvSpPr/>
          <p:nvPr/>
        </p:nvSpPr>
        <p:spPr>
          <a:xfrm>
            <a:off x="1092200" y="2527300"/>
            <a:ext cx="279400" cy="279400"/>
          </a:xfrm>
          <a:prstGeom prst="roundRect">
            <a:avLst/>
          </a:prstGeom>
          <a:noFill/>
          <a:ln w="28575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48A7672C-9EF7-4563-9198-DA7ED9B6E660}"/>
              </a:ext>
            </a:extLst>
          </p:cNvPr>
          <p:cNvSpPr/>
          <p:nvPr/>
        </p:nvSpPr>
        <p:spPr>
          <a:xfrm>
            <a:off x="1168400" y="2603500"/>
            <a:ext cx="127000" cy="127000"/>
          </a:xfrm>
          <a:prstGeom prst="ellipse">
            <a:avLst/>
          </a:prstGeom>
          <a:noFill/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35D4B760-7AC0-4325-B89C-9E3E544D8065}"/>
              </a:ext>
            </a:extLst>
          </p:cNvPr>
          <p:cNvSpPr/>
          <p:nvPr/>
        </p:nvSpPr>
        <p:spPr>
          <a:xfrm>
            <a:off x="1295400" y="2565400"/>
            <a:ext cx="31750" cy="3175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36A0F68-FBEF-4E07-B105-48645E72D399}"/>
              </a:ext>
            </a:extLst>
          </p:cNvPr>
          <p:cNvSpPr/>
          <p:nvPr/>
        </p:nvSpPr>
        <p:spPr>
          <a:xfrm>
            <a:off x="3937000" y="2540000"/>
            <a:ext cx="38100" cy="177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C1F48C63-0701-4D0D-828C-80DCDCA2A3F0}"/>
              </a:ext>
            </a:extLst>
          </p:cNvPr>
          <p:cNvSpPr/>
          <p:nvPr/>
        </p:nvSpPr>
        <p:spPr>
          <a:xfrm>
            <a:off x="3860800" y="2679700"/>
            <a:ext cx="114300" cy="1143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B542A17-104F-4D24-9267-73635A822F26}"/>
              </a:ext>
            </a:extLst>
          </p:cNvPr>
          <p:cNvSpPr/>
          <p:nvPr/>
        </p:nvSpPr>
        <p:spPr>
          <a:xfrm>
            <a:off x="3975100" y="2514600"/>
            <a:ext cx="38100" cy="381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03442314-F11F-4827-BA6F-A5D933ADE97D}"/>
              </a:ext>
            </a:extLst>
          </p:cNvPr>
          <p:cNvSpPr/>
          <p:nvPr/>
        </p:nvSpPr>
        <p:spPr>
          <a:xfrm>
            <a:off x="6502400" y="2552700"/>
            <a:ext cx="330200" cy="228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5" name="Triangle rectangle 54">
            <a:extLst>
              <a:ext uri="{FF2B5EF4-FFF2-40B4-BE49-F238E27FC236}">
                <a16:creationId xmlns:a16="http://schemas.microsoft.com/office/drawing/2014/main" id="{6D64296B-8A29-49BB-A1C3-4A9763D70B43}"/>
              </a:ext>
            </a:extLst>
          </p:cNvPr>
          <p:cNvSpPr/>
          <p:nvPr/>
        </p:nvSpPr>
        <p:spPr>
          <a:xfrm rot="5400000">
            <a:off x="6629400" y="2603500"/>
            <a:ext cx="101600" cy="127000"/>
          </a:xfrm>
          <a:prstGeom prst="rtTriangle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C2336FF6-8779-484D-94AA-B711C2128945}"/>
              </a:ext>
            </a:extLst>
          </p:cNvPr>
          <p:cNvSpPr txBox="1"/>
          <p:nvPr/>
        </p:nvSpPr>
        <p:spPr>
          <a:xfrm>
            <a:off x="9232900" y="2501900"/>
            <a:ext cx="3048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2200" b="1">
                <a:solidFill>
                  <a:srgbClr val="FFFFFF"/>
                </a:solidFill>
              </a:rPr>
              <a:t>𝕏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EC416326-2F2D-4C40-BE91-C6E4D788B361}"/>
              </a:ext>
            </a:extLst>
          </p:cNvPr>
          <p:cNvSpPr txBox="1"/>
          <p:nvPr/>
        </p:nvSpPr>
        <p:spPr>
          <a:xfrm>
            <a:off x="1104900" y="4305300"/>
            <a:ext cx="254000" cy="355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2800" b="1">
                <a:solidFill>
                  <a:srgbClr val="FFFFFF"/>
                </a:solidFill>
                <a:latin typeface="Arial Black"/>
              </a:rPr>
              <a:t>f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F53D747B-7E95-4073-B181-711425792840}"/>
              </a:ext>
            </a:extLst>
          </p:cNvPr>
          <p:cNvSpPr/>
          <p:nvPr/>
        </p:nvSpPr>
        <p:spPr>
          <a:xfrm>
            <a:off x="3810000" y="4356100"/>
            <a:ext cx="279400" cy="279400"/>
          </a:xfrm>
          <a:prstGeom prst="ellipse">
            <a:avLst/>
          </a:prstGeom>
          <a:noFill/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70984C4F-E906-4952-AD80-1ADF96FE944B}"/>
              </a:ext>
            </a:extLst>
          </p:cNvPr>
          <p:cNvSpPr txBox="1"/>
          <p:nvPr/>
        </p:nvSpPr>
        <p:spPr>
          <a:xfrm>
            <a:off x="3797300" y="4381500"/>
            <a:ext cx="3048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900" b="1">
                <a:solidFill>
                  <a:srgbClr val="FFFFFF"/>
                </a:solidFill>
              </a:rPr>
              <a:t>500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ED8B0C7D-2D71-4E21-BBEC-8877292F08A4}"/>
              </a:ext>
            </a:extLst>
          </p:cNvPr>
          <p:cNvSpPr txBox="1"/>
          <p:nvPr/>
        </p:nvSpPr>
        <p:spPr>
          <a:xfrm>
            <a:off x="6515100" y="4330700"/>
            <a:ext cx="3048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b="1">
                <a:solidFill>
                  <a:srgbClr val="FFFFFF"/>
                </a:solidFill>
              </a:rPr>
              <a:t>in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5D7CA95-7383-462E-B341-3B3833B31607}"/>
              </a:ext>
            </a:extLst>
          </p:cNvPr>
          <p:cNvSpPr/>
          <p:nvPr/>
        </p:nvSpPr>
        <p:spPr>
          <a:xfrm>
            <a:off x="8902700" y="3987800"/>
            <a:ext cx="2540000" cy="1651000"/>
          </a:xfrm>
          <a:prstGeom prst="rect">
            <a:avLst/>
          </a:prstGeom>
          <a:solidFill>
            <a:srgbClr val="0A1A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C455ACC9-6BE1-445E-A472-CB0D619C53E4}"/>
              </a:ext>
            </a:extLst>
          </p:cNvPr>
          <p:cNvSpPr/>
          <p:nvPr/>
        </p:nvSpPr>
        <p:spPr>
          <a:xfrm>
            <a:off x="9105900" y="4216400"/>
            <a:ext cx="558800" cy="558800"/>
          </a:xfrm>
          <a:prstGeom prst="ellipse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EDC59062-D66F-4022-B364-47DD35AC1BF7}"/>
              </a:ext>
            </a:extLst>
          </p:cNvPr>
          <p:cNvSpPr txBox="1"/>
          <p:nvPr/>
        </p:nvSpPr>
        <p:spPr>
          <a:xfrm>
            <a:off x="9131300" y="4279900"/>
            <a:ext cx="254000" cy="355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2800" b="1">
                <a:solidFill>
                  <a:srgbClr val="FFFFFF"/>
                </a:solidFill>
                <a:latin typeface="Arial Black"/>
              </a:rPr>
              <a:t>f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4460B12E-6E2C-4241-B226-A3E70ACCA19E}"/>
              </a:ext>
            </a:extLst>
          </p:cNvPr>
          <p:cNvSpPr txBox="1"/>
          <p:nvPr/>
        </p:nvSpPr>
        <p:spPr>
          <a:xfrm>
            <a:off x="9791700" y="42672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  <a:latin typeface="Montserrat"/>
              </a:rPr>
              <a:t>Facebook Pro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62886824-BB14-4646-8786-E63975E10A78}"/>
              </a:ext>
            </a:extLst>
          </p:cNvPr>
          <p:cNvSpPr txBox="1"/>
          <p:nvPr/>
        </p:nvSpPr>
        <p:spPr>
          <a:xfrm>
            <a:off x="9791700" y="4521200"/>
            <a:ext cx="1524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fr-FR" sz="1000">
                <a:solidFill>
                  <a:srgbClr val="7B95A3"/>
                </a:solidFill>
                <a:latin typeface="Open Sans"/>
                <a:ea typeface="Open Sans"/>
                <a:cs typeface="Open Sans"/>
              </a:rPr>
              <a:t>Photographie.Marseille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945CB7D-AEBF-42D5-87F1-82D281B9BF26}"/>
              </a:ext>
            </a:extLst>
          </p:cNvPr>
          <p:cNvSpPr/>
          <p:nvPr/>
        </p:nvSpPr>
        <p:spPr>
          <a:xfrm>
            <a:off x="9105900" y="5003800"/>
            <a:ext cx="2133600" cy="12700"/>
          </a:xfrm>
          <a:prstGeom prst="rect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6B0778FB-D289-4C21-9E0F-AE59746BA60A}"/>
              </a:ext>
            </a:extLst>
          </p:cNvPr>
          <p:cNvSpPr txBox="1"/>
          <p:nvPr/>
        </p:nvSpPr>
        <p:spPr>
          <a:xfrm>
            <a:off x="9105900" y="5156200"/>
            <a:ext cx="21336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000" b="1" dirty="0">
                <a:solidFill>
                  <a:srgbClr val="21C47B"/>
                </a:solidFill>
                <a:latin typeface="Montserrat"/>
                <a:hlinkClick r:id="rId9"/>
              </a:rPr>
              <a:t>SUIVRE</a:t>
            </a:r>
            <a:endParaRPr lang="fr-FR" sz="1000" b="1" dirty="0">
              <a:solidFill>
                <a:srgbClr val="21C47B"/>
              </a:solidFill>
              <a:latin typeface="Montserrat"/>
            </a:endParaRP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7E4AAEC0-9613-4845-AD7D-4A27C748AB77}"/>
              </a:ext>
            </a:extLst>
          </p:cNvPr>
          <p:cNvSpPr txBox="1"/>
          <p:nvPr/>
        </p:nvSpPr>
        <p:spPr>
          <a:xfrm>
            <a:off x="5473700" y="1562100"/>
            <a:ext cx="2540000" cy="177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900" dirty="0">
                <a:solidFill>
                  <a:srgbClr val="21C47B"/>
                </a:solidFill>
                <a:latin typeface="Montserrat"/>
                <a:hlinkClick r:id="rId10"/>
              </a:rPr>
              <a:t>karimsaari.com/</a:t>
            </a:r>
            <a:r>
              <a:rPr lang="fr-FR" sz="900" dirty="0" err="1">
                <a:solidFill>
                  <a:srgbClr val="21C47B"/>
                </a:solidFill>
                <a:latin typeface="Montserrat"/>
                <a:hlinkClick r:id="rId10"/>
              </a:rPr>
              <a:t>communaute</a:t>
            </a:r>
            <a:endParaRPr lang="fr-FR" sz="900" dirty="0">
              <a:solidFill>
                <a:srgbClr val="21C47B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269620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3A28589-925B-CD14-A457-87B51A6E381E}"/>
              </a:ext>
            </a:extLst>
          </p:cNvPr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334C88F-425C-B7F1-65B5-68B4E330DA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85C22D-1BE5-4C4C-91C9-A1D05709E0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22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ABC425-FEAB-4119-AF03-9E07F6E2065A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8E6DEEC-4CA9-4BE8-9908-8791E2A82527}"/>
              </a:ext>
            </a:extLst>
          </p:cNvPr>
          <p:cNvSpPr txBox="1"/>
          <p:nvPr/>
        </p:nvSpPr>
        <p:spPr>
          <a:xfrm>
            <a:off x="508000" y="355600"/>
            <a:ext cx="3810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21C47B"/>
                </a:solidFill>
                <a:latin typeface="Montserrat"/>
              </a:rPr>
              <a:t>COMMUNAUTÉ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83DB036-CB6F-4932-BCB8-E0B0DFC24B5D}"/>
              </a:ext>
            </a:extLst>
          </p:cNvPr>
          <p:cNvSpPr txBox="1"/>
          <p:nvPr/>
        </p:nvSpPr>
        <p:spPr>
          <a:xfrm>
            <a:off x="450850" y="711200"/>
            <a:ext cx="7366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3200" b="1" dirty="0">
                <a:solidFill>
                  <a:srgbClr val="FFFFFF"/>
                </a:solidFill>
                <a:latin typeface="Montserrat"/>
              </a:rPr>
              <a:t>Amoureux des Calanques de Marseille à Port-Cros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4F5AE5-8637-49DE-BDEE-DD697BE42852}"/>
              </a:ext>
            </a:extLst>
          </p:cNvPr>
          <p:cNvSpPr/>
          <p:nvPr/>
        </p:nvSpPr>
        <p:spPr>
          <a:xfrm>
            <a:off x="508000" y="1574800"/>
            <a:ext cx="508000" cy="38100"/>
          </a:xfrm>
          <a:prstGeom prst="rect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41A1786-2737-4BE9-8581-CF3C4B3BFADF}"/>
              </a:ext>
            </a:extLst>
          </p:cNvPr>
          <p:cNvSpPr txBox="1"/>
          <p:nvPr/>
        </p:nvSpPr>
        <p:spPr>
          <a:xfrm>
            <a:off x="508000" y="1689100"/>
            <a:ext cx="6604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000" b="1" dirty="0">
                <a:solidFill>
                  <a:srgbClr val="21C47B"/>
                </a:solidFill>
                <a:latin typeface="Montserrat"/>
              </a:rPr>
              <a:t>Plus de 65K membres  ·  Depuis 2018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9B1EA1E-450A-456C-89DC-5B6EDAE7C864}"/>
              </a:ext>
            </a:extLst>
          </p:cNvPr>
          <p:cNvSpPr txBox="1"/>
          <p:nvPr/>
        </p:nvSpPr>
        <p:spPr>
          <a:xfrm>
            <a:off x="508000" y="2120900"/>
            <a:ext cx="7366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C8D6DE"/>
                </a:solidFill>
                <a:latin typeface="Open Sans"/>
                <a:ea typeface="Open Sans"/>
                <a:cs typeface="Open Sans"/>
              </a:rPr>
              <a:t>La plus grande communauté en ligne dédiée aux Calanques
de Marseille et au littoral de Port-Cros. Partage de photos,
alertes environnementales et mobilisation terrain.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CA3DAC-07A7-4A19-93CD-03C0E65CCCE1}"/>
              </a:ext>
            </a:extLst>
          </p:cNvPr>
          <p:cNvSpPr/>
          <p:nvPr/>
        </p:nvSpPr>
        <p:spPr>
          <a:xfrm>
            <a:off x="1485900" y="3175000"/>
            <a:ext cx="5295900" cy="27686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9050" cap="flat" cmpd="sng" algn="ctr">
            <a:solidFill>
              <a:srgbClr val="21C47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0A0F88-E5E6-47E0-9506-E537D183F427}"/>
              </a:ext>
            </a:extLst>
          </p:cNvPr>
          <p:cNvSpPr/>
          <p:nvPr/>
        </p:nvSpPr>
        <p:spPr>
          <a:xfrm>
            <a:off x="7010400" y="3175000"/>
            <a:ext cx="3695700" cy="27686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 cap="flat" cmpd="sng" algn="ctr">
            <a:solidFill>
              <a:srgbClr val="21C47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C7BB220-14FA-475E-964B-95848DF44782}"/>
              </a:ext>
            </a:extLst>
          </p:cNvPr>
          <p:cNvSpPr txBox="1"/>
          <p:nvPr/>
        </p:nvSpPr>
        <p:spPr>
          <a:xfrm>
            <a:off x="3251200" y="4445000"/>
            <a:ext cx="1778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900">
                <a:solidFill>
                  <a:srgbClr val="3A5A6A"/>
                </a:solidFill>
                <a:latin typeface="Montserrat"/>
              </a:rPr>
              <a:t>photo panoramique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A0E0D5A-86FC-4948-BA15-AA5C2B83B809}"/>
              </a:ext>
            </a:extLst>
          </p:cNvPr>
          <p:cNvSpPr txBox="1"/>
          <p:nvPr/>
        </p:nvSpPr>
        <p:spPr>
          <a:xfrm>
            <a:off x="10414000" y="6350000"/>
            <a:ext cx="1270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>
                <a:solidFill>
                  <a:srgbClr val="7B95A3"/>
                </a:solidFill>
                <a:latin typeface="Montserrat"/>
              </a:rPr>
              <a:t>09 / 11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CB9D03F-676B-4E52-BE1A-D68205277F0D}"/>
              </a:ext>
            </a:extLst>
          </p:cNvPr>
          <p:cNvSpPr txBox="1"/>
          <p:nvPr/>
        </p:nvSpPr>
        <p:spPr>
          <a:xfrm>
            <a:off x="8204200" y="2903538"/>
            <a:ext cx="2540000" cy="177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900" dirty="0">
                <a:solidFill>
                  <a:srgbClr val="21C47B"/>
                </a:solidFill>
                <a:latin typeface="Montserrat"/>
                <a:hlinkClick r:id="rId4"/>
              </a:rPr>
              <a:t>karimsaari.com/</a:t>
            </a:r>
            <a:r>
              <a:rPr lang="fr-FR" sz="900" dirty="0" err="1">
                <a:solidFill>
                  <a:srgbClr val="21C47B"/>
                </a:solidFill>
                <a:latin typeface="Montserrat"/>
                <a:hlinkClick r:id="rId4"/>
              </a:rPr>
              <a:t>communaute</a:t>
            </a:r>
            <a:r>
              <a:rPr lang="fr-FR" sz="900" dirty="0">
                <a:solidFill>
                  <a:srgbClr val="21C47B"/>
                </a:solidFill>
                <a:latin typeface="Montserrat"/>
                <a:hlinkClick r:id="rId4"/>
              </a:rPr>
              <a:t>-calanques</a:t>
            </a:r>
            <a:endParaRPr lang="fr-FR" sz="900" dirty="0">
              <a:solidFill>
                <a:srgbClr val="21C47B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293405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D96463-AFC3-0B65-41A1-C94ADE22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431800"/>
            <a:ext cx="10160000" cy="406400"/>
          </a:xfrm>
        </p:spPr>
        <p:txBody>
          <a:bodyPr/>
          <a:lstStyle/>
          <a:p>
            <a:pPr algn="l"/>
            <a:r>
              <a:rPr lang="fr-FR" sz="2200" b="1" dirty="0">
                <a:solidFill>
                  <a:srgbClr val="FFFFFF"/>
                </a:solidFill>
                <a:latin typeface="Montserrat"/>
              </a:rPr>
              <a:t>Quelques visuels disponibles</a:t>
            </a:r>
          </a:p>
        </p:txBody>
      </p:sp>
      <p:sp>
        <p:nvSpPr>
          <p:cNvPr id="230" name="Sep_Galerie"/>
          <p:cNvSpPr/>
          <p:nvPr/>
        </p:nvSpPr>
        <p:spPr>
          <a:xfrm>
            <a:off x="1016000" y="889000"/>
            <a:ext cx="508000" cy="38100"/>
          </a:xfrm>
          <a:prstGeom prst="rect">
            <a:avLst/>
          </a:prstGeom>
          <a:solidFill>
            <a:srgbClr val="21C47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1" name="Subtitle_Galerie"/>
          <p:cNvSpPr/>
          <p:nvPr/>
        </p:nvSpPr>
        <p:spPr>
          <a:xfrm>
            <a:off x="1016000" y="965200"/>
            <a:ext cx="10160000" cy="279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fr-FR" sz="1400" dirty="0">
                <a:solidFill>
                  <a:srgbClr val="C8D6DE"/>
                </a:solidFill>
                <a:latin typeface="Open Sans"/>
              </a:rPr>
              <a:t>Haute résolution — libre de droits pour partenaires presse</a:t>
            </a:r>
          </a:p>
        </p:txBody>
      </p:sp>
      <p:sp>
        <p:nvSpPr>
          <p:cNvPr id="232" name="Photo_0_0"/>
          <p:cNvSpPr>
            <a:spLocks noGrp="1"/>
          </p:cNvSpPr>
          <p:nvPr/>
        </p:nvSpPr>
        <p:spPr>
          <a:xfrm>
            <a:off x="457200" y="1295400"/>
            <a:ext cx="3644900" cy="24892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25400">
            <a:solidFill>
              <a:srgbClr val="21C47B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33" name="Photo_0_1"/>
          <p:cNvSpPr>
            <a:spLocks noGrp="1"/>
          </p:cNvSpPr>
          <p:nvPr/>
        </p:nvSpPr>
        <p:spPr>
          <a:xfrm>
            <a:off x="4279900" y="1295400"/>
            <a:ext cx="3644900" cy="24892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25400">
            <a:solidFill>
              <a:srgbClr val="21C47B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34" name="Photo_0_2"/>
          <p:cNvSpPr>
            <a:spLocks noGrp="1"/>
          </p:cNvSpPr>
          <p:nvPr/>
        </p:nvSpPr>
        <p:spPr>
          <a:xfrm>
            <a:off x="8102600" y="1295400"/>
            <a:ext cx="3644900" cy="24892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25400">
            <a:solidFill>
              <a:srgbClr val="21C47B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35" name="Photo_1_0"/>
          <p:cNvSpPr>
            <a:spLocks noGrp="1"/>
          </p:cNvSpPr>
          <p:nvPr/>
        </p:nvSpPr>
        <p:spPr>
          <a:xfrm>
            <a:off x="457200" y="3962400"/>
            <a:ext cx="3644900" cy="24892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25400">
            <a:solidFill>
              <a:srgbClr val="21C47B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36" name="Photo_1_1"/>
          <p:cNvSpPr>
            <a:spLocks noGrp="1"/>
          </p:cNvSpPr>
          <p:nvPr/>
        </p:nvSpPr>
        <p:spPr>
          <a:xfrm>
            <a:off x="4279900" y="3962400"/>
            <a:ext cx="3644900" cy="248920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25400">
            <a:solidFill>
              <a:srgbClr val="21C47B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37" name="Photo_1_2"/>
          <p:cNvSpPr>
            <a:spLocks noGrp="1"/>
          </p:cNvSpPr>
          <p:nvPr/>
        </p:nvSpPr>
        <p:spPr>
          <a:xfrm>
            <a:off x="8102600" y="3962400"/>
            <a:ext cx="3644900" cy="2489200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25400">
            <a:solidFill>
              <a:srgbClr val="21C47B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38" name="PageNum_Galerie"/>
          <p:cNvSpPr/>
          <p:nvPr/>
        </p:nvSpPr>
        <p:spPr>
          <a:xfrm>
            <a:off x="10414000" y="6527800"/>
            <a:ext cx="1270000" cy="304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r>
              <a:rPr lang="fr-FR" sz="1100">
                <a:solidFill>
                  <a:srgbClr val="7B95A3"/>
                </a:solidFill>
                <a:latin typeface="Montserrat"/>
              </a:rPr>
              <a:t>10 / 11</a:t>
            </a:r>
            <a:endParaRPr lang="fr-FR" sz="1100" dirty="0">
              <a:solidFill>
                <a:srgbClr val="7B95A3"/>
              </a:solidFill>
              <a:latin typeface="Montserrat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C76E102-D2F9-4CC0-99D0-A8AAD58454C8}"/>
              </a:ext>
            </a:extLst>
          </p:cNvPr>
          <p:cNvSpPr txBox="1"/>
          <p:nvPr/>
        </p:nvSpPr>
        <p:spPr>
          <a:xfrm>
            <a:off x="9144000" y="6553200"/>
            <a:ext cx="2540000" cy="177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900">
                <a:solidFill>
                  <a:srgbClr val="21C47B"/>
                </a:solidFill>
                <a:latin typeface="Montserrat"/>
              </a:rPr>
              <a:t>karimsaari.com/photographie-sous-marine</a:t>
            </a:r>
          </a:p>
        </p:txBody>
      </p:sp>
    </p:spTree>
    <p:extLst>
      <p:ext uri="{BB962C8B-B14F-4D97-AF65-F5344CB8AC3E}">
        <p14:creationId xmlns:p14="http://schemas.microsoft.com/office/powerpoint/2010/main" val="1116150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hotoPlaceholder_Contact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25400">
            <a:solidFill>
              <a:srgbClr val="21C47B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" name="Cercle : creux 1">
            <a:extLst>
              <a:ext uri="{FF2B5EF4-FFF2-40B4-BE49-F238E27FC236}">
                <a16:creationId xmlns:a16="http://schemas.microsoft.com/office/drawing/2014/main" id="{1E7931B4-C393-455F-BB88-C438CAA17C57}"/>
              </a:ext>
            </a:extLst>
          </p:cNvPr>
          <p:cNvSpPr/>
          <p:nvPr/>
        </p:nvSpPr>
        <p:spPr>
          <a:xfrm>
            <a:off x="-1905000" y="4826000"/>
            <a:ext cx="3048000" cy="3048000"/>
          </a:xfrm>
          <a:prstGeom prst="donut">
            <a:avLst/>
          </a:prstGeom>
          <a:solidFill>
            <a:srgbClr val="1540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>
              <a:solidFill>
                <a:schemeClr val="tx1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B6DA4A3-820F-4C3A-A5FC-4F0886FEABB6}"/>
              </a:ext>
            </a:extLst>
          </p:cNvPr>
          <p:cNvSpPr txBox="1"/>
          <p:nvPr/>
        </p:nvSpPr>
        <p:spPr>
          <a:xfrm>
            <a:off x="1016000" y="762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21C47B"/>
                </a:solidFill>
                <a:latin typeface="Montserrat"/>
              </a:rPr>
              <a:t>CONTACT PRESSE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E827715-C054-4EB5-B2BC-2110E2D1CE2A}"/>
              </a:ext>
            </a:extLst>
          </p:cNvPr>
          <p:cNvSpPr txBox="1"/>
          <p:nvPr/>
        </p:nvSpPr>
        <p:spPr>
          <a:xfrm>
            <a:off x="1016000" y="1079500"/>
            <a:ext cx="1016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6400" b="1">
                <a:solidFill>
                  <a:srgbClr val="FFFFFF"/>
                </a:solidFill>
                <a:latin typeface="Montserrat"/>
              </a:rPr>
              <a:t>Parlons-en.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98479C-9F13-4072-9499-8BEC9F2B65F3}"/>
              </a:ext>
            </a:extLst>
          </p:cNvPr>
          <p:cNvSpPr/>
          <p:nvPr/>
        </p:nvSpPr>
        <p:spPr>
          <a:xfrm>
            <a:off x="1016000" y="2222500"/>
            <a:ext cx="508000" cy="38100"/>
          </a:xfrm>
          <a:prstGeom prst="rect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E67C64E-3303-4D35-995C-3DC6E4CAEFE0}"/>
              </a:ext>
            </a:extLst>
          </p:cNvPr>
          <p:cNvSpPr txBox="1"/>
          <p:nvPr/>
        </p:nvSpPr>
        <p:spPr>
          <a:xfrm>
            <a:off x="1016000" y="24765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i="1">
                <a:solidFill>
                  <a:srgbClr val="C8D6DE"/>
                </a:solidFill>
                <a:latin typeface="Open Sans"/>
                <a:ea typeface="Open Sans"/>
                <a:cs typeface="Open Sans"/>
              </a:rPr>
              <a:t>Pour toute demande d'interview, de visuels ou de reportage.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B96AE2-6331-4E80-ABEB-029CA5E17E3B}"/>
              </a:ext>
            </a:extLst>
          </p:cNvPr>
          <p:cNvSpPr/>
          <p:nvPr/>
        </p:nvSpPr>
        <p:spPr>
          <a:xfrm>
            <a:off x="2794000" y="3175000"/>
            <a:ext cx="6604000" cy="2540000"/>
          </a:xfrm>
          <a:prstGeom prst="rect">
            <a:avLst/>
          </a:prstGeom>
          <a:solidFill>
            <a:srgbClr val="0A1A24"/>
          </a:solidFill>
          <a:ln w="12700" cap="flat" cmpd="sng" algn="ctr">
            <a:solidFill>
              <a:srgbClr val="1A34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0B5A3F-4D17-4321-B1AC-79524E11172A}"/>
              </a:ext>
            </a:extLst>
          </p:cNvPr>
          <p:cNvSpPr/>
          <p:nvPr/>
        </p:nvSpPr>
        <p:spPr>
          <a:xfrm>
            <a:off x="2794000" y="3175000"/>
            <a:ext cx="50800" cy="2540000"/>
          </a:xfrm>
          <a:prstGeom prst="rect">
            <a:avLst/>
          </a:prstGeom>
          <a:solidFill>
            <a:srgbClr val="21C4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562817B-E126-4F5F-8207-A520757F96CD}"/>
              </a:ext>
            </a:extLst>
          </p:cNvPr>
          <p:cNvSpPr txBox="1"/>
          <p:nvPr/>
        </p:nvSpPr>
        <p:spPr>
          <a:xfrm>
            <a:off x="3175000" y="3429000"/>
            <a:ext cx="584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400" b="1">
                <a:solidFill>
                  <a:srgbClr val="FFFFFF"/>
                </a:solidFill>
                <a:latin typeface="Montserrat"/>
              </a:rPr>
              <a:t>Karim Saari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665D79A-9A7D-4863-B69B-0D6E26298DBC}"/>
              </a:ext>
            </a:extLst>
          </p:cNvPr>
          <p:cNvSpPr txBox="1"/>
          <p:nvPr/>
        </p:nvSpPr>
        <p:spPr>
          <a:xfrm>
            <a:off x="3175000" y="3860800"/>
            <a:ext cx="584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21C47B"/>
                </a:solidFill>
                <a:latin typeface="Open Sans"/>
                <a:ea typeface="Open Sans"/>
                <a:cs typeface="Open Sans"/>
              </a:rPr>
              <a:t>Apnéiste · Photographe · Fondateur Dark Massilia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3BD1768-06B1-44C5-A0A8-31A844C2085F}"/>
              </a:ext>
            </a:extLst>
          </p:cNvPr>
          <p:cNvSpPr txBox="1"/>
          <p:nvPr/>
        </p:nvSpPr>
        <p:spPr>
          <a:xfrm>
            <a:off x="3175000" y="43815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7B95A3"/>
                </a:solidFill>
                <a:latin typeface="Montserrat"/>
              </a:rPr>
              <a:t>EMAIL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41B426-1AB6-46E2-A88A-00583F7D72F1}"/>
              </a:ext>
            </a:extLst>
          </p:cNvPr>
          <p:cNvSpPr txBox="1"/>
          <p:nvPr/>
        </p:nvSpPr>
        <p:spPr>
          <a:xfrm>
            <a:off x="4318000" y="4356100"/>
            <a:ext cx="469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contact@karimsaari.com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764F449-01E3-47D2-A9DE-2581145E1DD7}"/>
              </a:ext>
            </a:extLst>
          </p:cNvPr>
          <p:cNvSpPr txBox="1"/>
          <p:nvPr/>
        </p:nvSpPr>
        <p:spPr>
          <a:xfrm>
            <a:off x="3175000" y="47625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7B95A3"/>
                </a:solidFill>
                <a:latin typeface="Montserrat"/>
              </a:rPr>
              <a:t>TÉL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E8F909E-07BA-44E1-8EC8-4E1FBD19A65A}"/>
              </a:ext>
            </a:extLst>
          </p:cNvPr>
          <p:cNvSpPr txBox="1"/>
          <p:nvPr/>
        </p:nvSpPr>
        <p:spPr>
          <a:xfrm>
            <a:off x="4318000" y="4737100"/>
            <a:ext cx="469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06 95 331 301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C7F0090-8184-4ADA-8021-A6F284BEE1ED}"/>
              </a:ext>
            </a:extLst>
          </p:cNvPr>
          <p:cNvSpPr txBox="1"/>
          <p:nvPr/>
        </p:nvSpPr>
        <p:spPr>
          <a:xfrm>
            <a:off x="3175000" y="51435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7B95A3"/>
                </a:solidFill>
                <a:latin typeface="Montserrat"/>
              </a:rPr>
              <a:t>WEB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7506F3D-9A28-4AA2-A5DD-6A8F242AD4C8}"/>
              </a:ext>
            </a:extLst>
          </p:cNvPr>
          <p:cNvSpPr txBox="1"/>
          <p:nvPr/>
        </p:nvSpPr>
        <p:spPr>
          <a:xfrm>
            <a:off x="4318000" y="5118100"/>
            <a:ext cx="469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hlinkClick r:id="rId2"/>
              </a:rPr>
              <a:t>karimsaari.com</a:t>
            </a:r>
            <a:endParaRPr lang="fr-FR" sz="1400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D2EB4AA-C75C-4826-915F-BDB9B8DD95E1}"/>
              </a:ext>
            </a:extLst>
          </p:cNvPr>
          <p:cNvSpPr txBox="1"/>
          <p:nvPr/>
        </p:nvSpPr>
        <p:spPr>
          <a:xfrm>
            <a:off x="2819400" y="587375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21C47B"/>
                </a:solidFill>
                <a:latin typeface="Montserrat"/>
              </a:rPr>
              <a:t>DARK MASSILIA  ·  MARSEILLE  ·  2026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F958F7F-CDDF-49B6-9CAC-A6259785264D}"/>
              </a:ext>
            </a:extLst>
          </p:cNvPr>
          <p:cNvSpPr txBox="1"/>
          <p:nvPr/>
        </p:nvSpPr>
        <p:spPr>
          <a:xfrm>
            <a:off x="10414000" y="6350000"/>
            <a:ext cx="127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7B95A3"/>
                </a:solidFill>
                <a:latin typeface="Montserrat"/>
              </a:rPr>
              <a:t>11 / 11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80904BB-96D8-458F-947D-C03EF4C4889D}"/>
              </a:ext>
            </a:extLst>
          </p:cNvPr>
          <p:cNvSpPr txBox="1"/>
          <p:nvPr/>
        </p:nvSpPr>
        <p:spPr>
          <a:xfrm>
            <a:off x="7874000" y="2946400"/>
            <a:ext cx="2540000" cy="177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900" dirty="0">
                <a:solidFill>
                  <a:srgbClr val="21C47B"/>
                </a:solidFill>
                <a:latin typeface="Montserrat"/>
                <a:hlinkClick r:id="rId3"/>
              </a:rPr>
              <a:t>karimsaari.com/contact</a:t>
            </a:r>
            <a:endParaRPr lang="fr-FR" sz="900" dirty="0">
              <a:solidFill>
                <a:srgbClr val="21C47B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979090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hotoFin_BG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25400">
            <a:solidFill>
              <a:srgbClr val="21C47B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91" name="Overlay_Fin"/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0C2230">
              <a:alpha val="71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2" name="Line_Fin"/>
          <p:cNvSpPr/>
          <p:nvPr/>
        </p:nvSpPr>
        <p:spPr>
          <a:xfrm>
            <a:off x="0" y="5715000"/>
            <a:ext cx="12192000" cy="25400"/>
          </a:xfrm>
          <a:prstGeom prst="rect">
            <a:avLst/>
          </a:prstGeom>
          <a:solidFill>
            <a:srgbClr val="21C47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3" name="Brand_Fin"/>
          <p:cNvSpPr/>
          <p:nvPr/>
        </p:nvSpPr>
        <p:spPr>
          <a:xfrm>
            <a:off x="1016000" y="58420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fr-FR" sz="2000" b="1" spc="300" dirty="0">
                <a:solidFill>
                  <a:srgbClr val="FFFFFF"/>
                </a:solidFill>
                <a:latin typeface="Montserrat"/>
              </a:rPr>
              <a:t>DARK MASSILIA</a:t>
            </a:r>
            <a:r>
              <a:rPr lang="fr-FR" sz="2000" b="0" dirty="0">
                <a:solidFill>
                  <a:srgbClr val="21C47B"/>
                </a:solidFill>
                <a:latin typeface="Montserrat"/>
              </a:rPr>
              <a:t> — Karim Saari</a:t>
            </a:r>
          </a:p>
        </p:txBody>
      </p:sp>
      <p:sp>
        <p:nvSpPr>
          <p:cNvPr id="294" name="URL_Fin"/>
          <p:cNvSpPr/>
          <p:nvPr/>
        </p:nvSpPr>
        <p:spPr>
          <a:xfrm>
            <a:off x="1016000" y="6223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fr-FR" sz="1400" dirty="0">
                <a:solidFill>
                  <a:srgbClr val="21C47B"/>
                </a:solidFill>
                <a:latin typeface="Open Sans"/>
                <a:hlinkClick r:id="rId4"/>
              </a:rPr>
              <a:t>karimsaari.com</a:t>
            </a:r>
            <a:endParaRPr lang="fr-FR" sz="1400" dirty="0">
              <a:solidFill>
                <a:srgbClr val="21C47B"/>
              </a:solidFill>
              <a:latin typeface="Open Sans"/>
            </a:endParaRPr>
          </a:p>
        </p:txBody>
      </p:sp>
      <p:sp>
        <p:nvSpPr>
          <p:cNvPr id="295" name="Baseline_Fin"/>
          <p:cNvSpPr/>
          <p:nvPr/>
        </p:nvSpPr>
        <p:spPr>
          <a:xfrm>
            <a:off x="1016000" y="6502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fr-FR" sz="1000" spc="200" dirty="0">
                <a:solidFill>
                  <a:srgbClr val="7B95A3"/>
                </a:solidFill>
                <a:latin typeface="Montserrat"/>
              </a:rPr>
              <a:t>MARSEILLE · FRANCE · 2026</a:t>
            </a:r>
          </a:p>
        </p:txBody>
      </p:sp>
    </p:spTree>
    <p:extLst>
      <p:ext uri="{BB962C8B-B14F-4D97-AF65-F5344CB8AC3E}">
        <p14:creationId xmlns:p14="http://schemas.microsoft.com/office/powerpoint/2010/main" val="228533394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 [1779630188204]">
  <a:themeElements>
    <a:clrScheme name="Office">
      <a:dk1>
        <a:srgbClr val="FFFFFF"/>
      </a:dk1>
      <a:lt1>
        <a:srgbClr val="0C2230"/>
      </a:lt1>
      <a:dk2>
        <a:srgbClr val="0C2230"/>
      </a:dk2>
      <a:lt2>
        <a:srgbClr val="E8E8E8"/>
      </a:lt2>
      <a:accent1>
        <a:srgbClr val="21C47B"/>
      </a:accent1>
      <a:accent2>
        <a:srgbClr val="1AA868"/>
      </a:accent2>
      <a:accent3>
        <a:srgbClr val="15406B"/>
      </a:accent3>
      <a:accent4>
        <a:srgbClr val="F5F5F5"/>
      </a:accent4>
      <a:accent5>
        <a:srgbClr val="8FE3B8"/>
      </a:accent5>
      <a:accent6>
        <a:srgbClr val="0A1A24"/>
      </a:accent6>
      <a:hlink>
        <a:srgbClr val="467886"/>
      </a:hlink>
      <a:folHlink>
        <a:srgbClr val="96607D"/>
      </a:folHlink>
    </a:clrScheme>
    <a:fontScheme name="Offic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CC726D7-F60D-4EED-A919-26D5A64955EE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38a8a914-8a6a-4196-a91e-dc3243f5cce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722</Words>
  <Application>Microsoft Office PowerPoint</Application>
  <PresentationFormat>Grand écran</PresentationFormat>
  <Paragraphs>167</Paragraphs>
  <Slides>12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Aptos</vt:lpstr>
      <vt:lpstr>Arial</vt:lpstr>
      <vt:lpstr>Arial Black</vt:lpstr>
      <vt:lpstr>Montserrat</vt:lpstr>
      <vt:lpstr>Open Sans</vt:lpstr>
      <vt:lpstr>Thème Office [1779630188204]</vt:lpstr>
      <vt:lpstr>Présentation PowerPoint</vt:lpstr>
      <vt:lpstr>Présentation PowerPoint</vt:lpstr>
      <vt:lpstr>Les Français — Yann Arthus-Bertrand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Quelques visuels disponibles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karim saari</dc:creator>
  <cp:lastModifiedBy>karim saari</cp:lastModifiedBy>
  <cp:revision>2</cp:revision>
  <dcterms:created xsi:type="dcterms:W3CDTF">2026-05-24T13:36:41Z</dcterms:created>
  <dcterms:modified xsi:type="dcterms:W3CDTF">2026-05-24T15:24:29Z</dcterms:modified>
</cp:coreProperties>
</file>