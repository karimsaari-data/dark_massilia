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5"/>
  </p:notesMasterIdLst>
  <p:sldIdLst>
    <p:sldId id="273" r:id="rId2"/>
    <p:sldId id="301" r:id="rId3"/>
    <p:sldId id="290" r:id="rId4"/>
    <p:sldId id="291" r:id="rId5"/>
    <p:sldId id="292" r:id="rId6"/>
    <p:sldId id="293" r:id="rId7"/>
    <p:sldId id="294" r:id="rId8"/>
    <p:sldId id="295" r:id="rId9"/>
    <p:sldId id="296" r:id="rId10"/>
    <p:sldId id="297" r:id="rId11"/>
    <p:sldId id="299" r:id="rId12"/>
    <p:sldId id="298" r:id="rId13"/>
    <p:sldId id="281" r:id="rId14"/>
  </p:sldIdLst>
  <p:sldSz cx="12192000" cy="6858000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E663D5A-7CE0-44CF-B15F-AB391E05EFDF}" v="24" dt="2026-05-24T15:10:52.98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9" d="100"/>
          <a:sy n="99" d="100"/>
        </p:scale>
        <p:origin x="90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im saari" userId="072d8f137dccd88c" providerId="LiveId" clId="{79772CFA-CDAC-44C0-917B-DBC5B034F35C}"/>
    <pc:docChg chg="custSel addSld delSld modSld sldOrd">
      <pc:chgData name="karim saari" userId="072d8f137dccd88c" providerId="LiveId" clId="{79772CFA-CDAC-44C0-917B-DBC5B034F35C}" dt="2026-05-24T15:22:22.623" v="195" actId="478"/>
      <pc:docMkLst>
        <pc:docMk/>
      </pc:docMkLst>
      <pc:sldChg chg="delSp modSp mod">
        <pc:chgData name="karim saari" userId="072d8f137dccd88c" providerId="LiveId" clId="{79772CFA-CDAC-44C0-917B-DBC5B034F35C}" dt="2026-05-24T15:18:53.472" v="173" actId="478"/>
        <pc:sldMkLst>
          <pc:docMk/>
          <pc:sldMk cId="1177563248" sldId="261"/>
        </pc:sldMkLst>
        <pc:spChg chg="mod">
          <ac:chgData name="karim saari" userId="072d8f137dccd88c" providerId="LiveId" clId="{79772CFA-CDAC-44C0-917B-DBC5B034F35C}" dt="2026-05-24T15:04:55.814" v="97"/>
          <ac:spMkLst>
            <pc:docMk/>
            <pc:sldMk cId="1177563248" sldId="261"/>
            <ac:spMk id="34" creationId="{73A9F240-751F-4457-B8EA-52ED28343D45}"/>
          </ac:spMkLst>
        </pc:spChg>
        <pc:spChg chg="del">
          <ac:chgData name="karim saari" userId="072d8f137dccd88c" providerId="LiveId" clId="{79772CFA-CDAC-44C0-917B-DBC5B034F35C}" dt="2026-05-24T15:18:53.472" v="173" actId="478"/>
          <ac:spMkLst>
            <pc:docMk/>
            <pc:sldMk cId="1177563248" sldId="261"/>
            <ac:spMk id="35" creationId="{0DD3680C-B86D-444A-92AF-0FA42B954B39}"/>
          </ac:spMkLst>
        </pc:spChg>
      </pc:sldChg>
      <pc:sldChg chg="delSp modSp mod">
        <pc:chgData name="karim saari" userId="072d8f137dccd88c" providerId="LiveId" clId="{79772CFA-CDAC-44C0-917B-DBC5B034F35C}" dt="2026-05-24T15:09:44.171" v="113" actId="478"/>
        <pc:sldMkLst>
          <pc:docMk/>
          <pc:sldMk cId="220418289" sldId="263"/>
        </pc:sldMkLst>
        <pc:spChg chg="mod">
          <ac:chgData name="karim saari" userId="072d8f137dccd88c" providerId="LiveId" clId="{79772CFA-CDAC-44C0-917B-DBC5B034F35C}" dt="2026-05-24T15:04:55.870" v="99"/>
          <ac:spMkLst>
            <pc:docMk/>
            <pc:sldMk cId="220418289" sldId="263"/>
            <ac:spMk id="25" creationId="{2C0F42DF-1FA4-44F6-ABA0-D2163D8207B9}"/>
          </ac:spMkLst>
        </pc:spChg>
        <pc:spChg chg="del">
          <ac:chgData name="karim saari" userId="072d8f137dccd88c" providerId="LiveId" clId="{79772CFA-CDAC-44C0-917B-DBC5B034F35C}" dt="2026-05-24T15:09:44.171" v="113" actId="478"/>
          <ac:spMkLst>
            <pc:docMk/>
            <pc:sldMk cId="220418289" sldId="263"/>
            <ac:spMk id="26" creationId="{D22BBDE9-7EE0-4D0A-B4F2-5239C1825E06}"/>
          </ac:spMkLst>
        </pc:spChg>
      </pc:sldChg>
      <pc:sldChg chg="modSp mod">
        <pc:chgData name="karim saari" userId="072d8f137dccd88c" providerId="LiveId" clId="{79772CFA-CDAC-44C0-917B-DBC5B034F35C}" dt="2026-05-24T15:07:22.645" v="111" actId="1076"/>
        <pc:sldMkLst>
          <pc:docMk/>
          <pc:sldMk cId="3269620374" sldId="265"/>
        </pc:sldMkLst>
        <pc:spChg chg="mod">
          <ac:chgData name="karim saari" userId="072d8f137dccd88c" providerId="LiveId" clId="{79772CFA-CDAC-44C0-917B-DBC5B034F35C}" dt="2026-05-24T15:04:55.950" v="101"/>
          <ac:spMkLst>
            <pc:docMk/>
            <pc:sldMk cId="3269620374" sldId="265"/>
            <ac:spMk id="47" creationId="{FBD7E2D4-64CB-49F4-B672-F5FEFFE5817D}"/>
          </ac:spMkLst>
        </pc:spChg>
        <pc:spChg chg="mod">
          <ac:chgData name="karim saari" userId="072d8f137dccd88c" providerId="LiveId" clId="{79772CFA-CDAC-44C0-917B-DBC5B034F35C}" dt="2026-05-24T15:07:22.645" v="111" actId="1076"/>
          <ac:spMkLst>
            <pc:docMk/>
            <pc:sldMk cId="3269620374" sldId="265"/>
            <ac:spMk id="68" creationId="{7E4AAEC0-9613-4845-AD7D-4A27C748AB77}"/>
          </ac:spMkLst>
        </pc:spChg>
      </pc:sldChg>
      <pc:sldChg chg="modSp mod">
        <pc:chgData name="karim saari" userId="072d8f137dccd88c" providerId="LiveId" clId="{79772CFA-CDAC-44C0-917B-DBC5B034F35C}" dt="2026-05-24T15:18:29.540" v="172" actId="20577"/>
        <pc:sldMkLst>
          <pc:docMk/>
          <pc:sldMk cId="3609115340" sldId="268"/>
        </pc:sldMkLst>
        <pc:spChg chg="mod">
          <ac:chgData name="karim saari" userId="072d8f137dccd88c" providerId="LiveId" clId="{79772CFA-CDAC-44C0-917B-DBC5B034F35C}" dt="2026-05-24T15:18:29.540" v="172" actId="20577"/>
          <ac:spMkLst>
            <pc:docMk/>
            <pc:sldMk cId="3609115340" sldId="268"/>
            <ac:spMk id="11" creationId="{5128ABEF-8B36-460B-8D84-2C62DCDED5BE}"/>
          </ac:spMkLst>
        </pc:spChg>
        <pc:spChg chg="mod">
          <ac:chgData name="karim saari" userId="072d8f137dccd88c" providerId="LiveId" clId="{79772CFA-CDAC-44C0-917B-DBC5B034F35C}" dt="2026-05-24T15:04:55.696" v="95"/>
          <ac:spMkLst>
            <pc:docMk/>
            <pc:sldMk cId="3609115340" sldId="268"/>
            <ac:spMk id="12" creationId="{E0E8175D-D8B5-43D2-ADC4-F7A6EDA1ED57}"/>
          </ac:spMkLst>
        </pc:spChg>
        <pc:spChg chg="mod">
          <ac:chgData name="karim saari" userId="072d8f137dccd88c" providerId="LiveId" clId="{79772CFA-CDAC-44C0-917B-DBC5B034F35C}" dt="2026-05-24T15:02:20.020" v="1" actId="1076"/>
          <ac:spMkLst>
            <pc:docMk/>
            <pc:sldMk cId="3609115340" sldId="268"/>
            <ac:spMk id="14" creationId="{820EDF5C-8654-48C3-9357-D4E379CABE37}"/>
          </ac:spMkLst>
        </pc:spChg>
      </pc:sldChg>
      <pc:sldChg chg="addSp delSp modSp mod">
        <pc:chgData name="karim saari" userId="072d8f137dccd88c" providerId="LiveId" clId="{79772CFA-CDAC-44C0-917B-DBC5B034F35C}" dt="2026-05-24T15:22:22.623" v="195" actId="478"/>
        <pc:sldMkLst>
          <pc:docMk/>
          <pc:sldMk cId="2824042338" sldId="273"/>
        </pc:sldMkLst>
        <pc:spChg chg="mod">
          <ac:chgData name="karim saari" userId="072d8f137dccd88c" providerId="LiveId" clId="{79772CFA-CDAC-44C0-917B-DBC5B034F35C}" dt="2026-05-24T15:01:35.100" v="0" actId="1076"/>
          <ac:spMkLst>
            <pc:docMk/>
            <pc:sldMk cId="2824042338" sldId="273"/>
            <ac:spMk id="2" creationId="{11CBA0EF-3C47-4F74-B08F-D7F78A9DAE22}"/>
          </ac:spMkLst>
        </pc:spChg>
        <pc:spChg chg="add mod">
          <ac:chgData name="karim saari" userId="072d8f137dccd88c" providerId="LiveId" clId="{79772CFA-CDAC-44C0-917B-DBC5B034F35C}" dt="2026-05-24T15:22:11.515" v="194" actId="14100"/>
          <ac:spMkLst>
            <pc:docMk/>
            <pc:sldMk cId="2824042338" sldId="273"/>
            <ac:spMk id="3" creationId="{EFE42E69-731E-4D74-9C03-7AA0A12A6701}"/>
          </ac:spMkLst>
        </pc:spChg>
        <pc:spChg chg="del mod">
          <ac:chgData name="karim saari" userId="072d8f137dccd88c" providerId="LiveId" clId="{79772CFA-CDAC-44C0-917B-DBC5B034F35C}" dt="2026-05-24T15:22:22.623" v="195" actId="478"/>
          <ac:spMkLst>
            <pc:docMk/>
            <pc:sldMk cId="2824042338" sldId="273"/>
            <ac:spMk id="4" creationId="{09341F35-D5AC-4430-A49E-7FBBA1BE2B3D}"/>
          </ac:spMkLst>
        </pc:spChg>
        <pc:spChg chg="mod">
          <ac:chgData name="karim saari" userId="072d8f137dccd88c" providerId="LiveId" clId="{79772CFA-CDAC-44C0-917B-DBC5B034F35C}" dt="2026-05-24T15:17:31.360" v="158" actId="1076"/>
          <ac:spMkLst>
            <pc:docMk/>
            <pc:sldMk cId="2824042338" sldId="273"/>
            <ac:spMk id="7" creationId="{35C4C298-AA3E-4BC4-A8AA-24B0A8E200A3}"/>
          </ac:spMkLst>
        </pc:spChg>
        <pc:spChg chg="del">
          <ac:chgData name="karim saari" userId="072d8f137dccd88c" providerId="LiveId" clId="{79772CFA-CDAC-44C0-917B-DBC5B034F35C}" dt="2026-05-24T15:16:11.006" v="148" actId="478"/>
          <ac:spMkLst>
            <pc:docMk/>
            <pc:sldMk cId="2824042338" sldId="273"/>
            <ac:spMk id="8" creationId="{6F87D6EF-FB09-4A1D-87A6-53C915D7A2C7}"/>
          </ac:spMkLst>
        </pc:spChg>
        <pc:spChg chg="mod">
          <ac:chgData name="karim saari" userId="072d8f137dccd88c" providerId="LiveId" clId="{79772CFA-CDAC-44C0-917B-DBC5B034F35C}" dt="2026-05-24T15:16:50.956" v="153" actId="1076"/>
          <ac:spMkLst>
            <pc:docMk/>
            <pc:sldMk cId="2824042338" sldId="273"/>
            <ac:spMk id="9" creationId="{1BBA634E-5351-4FDF-ABDB-33ABDCF484DF}"/>
          </ac:spMkLst>
        </pc:spChg>
        <pc:spChg chg="mod">
          <ac:chgData name="karim saari" userId="072d8f137dccd88c" providerId="LiveId" clId="{79772CFA-CDAC-44C0-917B-DBC5B034F35C}" dt="2026-05-24T15:16:47.738" v="152" actId="1076"/>
          <ac:spMkLst>
            <pc:docMk/>
            <pc:sldMk cId="2824042338" sldId="273"/>
            <ac:spMk id="10" creationId="{A1BBE872-A321-4DB3-86EC-CD9F1768AD9B}"/>
          </ac:spMkLst>
        </pc:spChg>
        <pc:spChg chg="del mod">
          <ac:chgData name="karim saari" userId="072d8f137dccd88c" providerId="LiveId" clId="{79772CFA-CDAC-44C0-917B-DBC5B034F35C}" dt="2026-05-24T15:11:32.442" v="115" actId="478"/>
          <ac:spMkLst>
            <pc:docMk/>
            <pc:sldMk cId="2824042338" sldId="273"/>
            <ac:spMk id="12" creationId="{58FB5201-6D53-430B-9C51-ACBBA34989FA}"/>
          </ac:spMkLst>
        </pc:spChg>
        <pc:spChg chg="add del mod">
          <ac:chgData name="karim saari" userId="072d8f137dccd88c" providerId="LiveId" clId="{79772CFA-CDAC-44C0-917B-DBC5B034F35C}" dt="2026-05-24T15:16:05.960" v="147" actId="478"/>
          <ac:spMkLst>
            <pc:docMk/>
            <pc:sldMk cId="2824042338" sldId="273"/>
            <ac:spMk id="13" creationId="{7D76B13F-609B-4A9C-B26D-4F89796BF228}"/>
          </ac:spMkLst>
        </pc:spChg>
      </pc:sldChg>
      <pc:sldChg chg="modSp mod">
        <pc:chgData name="karim saari" userId="072d8f137dccd88c" providerId="LiveId" clId="{79772CFA-CDAC-44C0-917B-DBC5B034F35C}" dt="2026-05-24T15:10:33.450" v="114" actId="1076"/>
        <pc:sldMkLst>
          <pc:docMk/>
          <pc:sldMk cId="1223151229" sldId="274"/>
        </pc:sldMkLst>
        <pc:spChg chg="mod">
          <ac:chgData name="karim saari" userId="072d8f137dccd88c" providerId="LiveId" clId="{79772CFA-CDAC-44C0-917B-DBC5B034F35C}" dt="2026-05-24T15:04:55.844" v="98"/>
          <ac:spMkLst>
            <pc:docMk/>
            <pc:sldMk cId="1223151229" sldId="274"/>
            <ac:spMk id="27" creationId="{C1DE95B3-20ED-44C2-8247-99E2F475D307}"/>
          </ac:spMkLst>
        </pc:spChg>
        <pc:spChg chg="mod">
          <ac:chgData name="karim saari" userId="072d8f137dccd88c" providerId="LiveId" clId="{79772CFA-CDAC-44C0-917B-DBC5B034F35C}" dt="2026-05-24T15:10:33.450" v="114" actId="1076"/>
          <ac:spMkLst>
            <pc:docMk/>
            <pc:sldMk cId="1223151229" sldId="274"/>
            <ac:spMk id="28" creationId="{1ED0D3AA-5AAB-417E-9E63-9300E41903B6}"/>
          </ac:spMkLst>
        </pc:spChg>
      </pc:sldChg>
      <pc:sldChg chg="modSp mod">
        <pc:chgData name="karim saari" userId="072d8f137dccd88c" providerId="LiveId" clId="{79772CFA-CDAC-44C0-917B-DBC5B034F35C}" dt="2026-05-24T15:19:49.844" v="186" actId="1076"/>
        <pc:sldMkLst>
          <pc:docMk/>
          <pc:sldMk cId="2979090508" sldId="275"/>
        </pc:sldMkLst>
        <pc:spChg chg="mod">
          <ac:chgData name="karim saari" userId="072d8f137dccd88c" providerId="LiveId" clId="{79772CFA-CDAC-44C0-917B-DBC5B034F35C}" dt="2026-05-24T15:19:49.844" v="186" actId="1076"/>
          <ac:spMkLst>
            <pc:docMk/>
            <pc:sldMk cId="2979090508" sldId="275"/>
            <ac:spMk id="17" creationId="{FD2EB4AA-C75C-4826-915F-BDB9B8DD95E1}"/>
          </ac:spMkLst>
        </pc:spChg>
        <pc:spChg chg="mod">
          <ac:chgData name="karim saari" userId="072d8f137dccd88c" providerId="LiveId" clId="{79772CFA-CDAC-44C0-917B-DBC5B034F35C}" dt="2026-05-24T15:04:56.030" v="104"/>
          <ac:spMkLst>
            <pc:docMk/>
            <pc:sldMk cId="2979090508" sldId="275"/>
            <ac:spMk id="18" creationId="{7F958F7F-CDDF-49B6-9CAC-A6259785264D}"/>
          </ac:spMkLst>
        </pc:spChg>
        <pc:spChg chg="mod">
          <ac:chgData name="karim saari" userId="072d8f137dccd88c" providerId="LiveId" clId="{79772CFA-CDAC-44C0-917B-DBC5B034F35C}" dt="2026-05-24T15:05:17.675" v="105" actId="1076"/>
          <ac:spMkLst>
            <pc:docMk/>
            <pc:sldMk cId="2979090508" sldId="275"/>
            <ac:spMk id="19" creationId="{180904BB-96D8-458F-947D-C03EF4C4889D}"/>
          </ac:spMkLst>
        </pc:spChg>
      </pc:sldChg>
      <pc:sldChg chg="modSp mod">
        <pc:chgData name="karim saari" userId="072d8f137dccd88c" providerId="LiveId" clId="{79772CFA-CDAC-44C0-917B-DBC5B034F35C}" dt="2026-05-24T15:04:55.720" v="96"/>
        <pc:sldMkLst>
          <pc:docMk/>
          <pc:sldMk cId="1874616760" sldId="277"/>
        </pc:sldMkLst>
        <pc:spChg chg="mod">
          <ac:chgData name="karim saari" userId="072d8f137dccd88c" providerId="LiveId" clId="{79772CFA-CDAC-44C0-917B-DBC5B034F35C}" dt="2026-05-24T15:02:56.673" v="4" actId="1076"/>
          <ac:spMkLst>
            <pc:docMk/>
            <pc:sldMk cId="1874616760" sldId="277"/>
            <ac:spMk id="4" creationId="{7F6A8B13-9615-479C-A71D-9C49FD6C107C}"/>
          </ac:spMkLst>
        </pc:spChg>
        <pc:spChg chg="mod">
          <ac:chgData name="karim saari" userId="072d8f137dccd88c" providerId="LiveId" clId="{79772CFA-CDAC-44C0-917B-DBC5B034F35C}" dt="2026-05-24T15:04:55.720" v="96"/>
          <ac:spMkLst>
            <pc:docMk/>
            <pc:sldMk cId="1874616760" sldId="277"/>
            <ac:spMk id="223" creationId="{00000000-0000-0000-0000-000000000000}"/>
          </ac:spMkLst>
        </pc:spChg>
      </pc:sldChg>
      <pc:sldChg chg="modSp mod">
        <pc:chgData name="karim saari" userId="072d8f137dccd88c" providerId="LiveId" clId="{79772CFA-CDAC-44C0-917B-DBC5B034F35C}" dt="2026-05-24T15:04:56.003" v="103"/>
        <pc:sldMkLst>
          <pc:docMk/>
          <pc:sldMk cId="1116150053" sldId="279"/>
        </pc:sldMkLst>
        <pc:spChg chg="mod">
          <ac:chgData name="karim saari" userId="072d8f137dccd88c" providerId="LiveId" clId="{79772CFA-CDAC-44C0-917B-DBC5B034F35C}" dt="2026-05-24T15:04:56.003" v="103"/>
          <ac:spMkLst>
            <pc:docMk/>
            <pc:sldMk cId="1116150053" sldId="279"/>
            <ac:spMk id="238" creationId="{00000000-0000-0000-0000-000000000000}"/>
          </ac:spMkLst>
        </pc:spChg>
      </pc:sldChg>
      <pc:sldChg chg="delSp mod">
        <pc:chgData name="karim saari" userId="072d8f137dccd88c" providerId="LiveId" clId="{79772CFA-CDAC-44C0-917B-DBC5B034F35C}" dt="2026-05-24T15:04:40.883" v="93" actId="478"/>
        <pc:sldMkLst>
          <pc:docMk/>
          <pc:sldMk cId="2285333943" sldId="281"/>
        </pc:sldMkLst>
        <pc:spChg chg="del">
          <ac:chgData name="karim saari" userId="072d8f137dccd88c" providerId="LiveId" clId="{79772CFA-CDAC-44C0-917B-DBC5B034F35C}" dt="2026-05-24T15:04:40.883" v="93" actId="478"/>
          <ac:spMkLst>
            <pc:docMk/>
            <pc:sldMk cId="2285333943" sldId="281"/>
            <ac:spMk id="2" creationId="{18E76741-5EBA-4DDA-BAAF-74379A3EC4E0}"/>
          </ac:spMkLst>
        </pc:spChg>
      </pc:sldChg>
      <pc:sldChg chg="modSp mod">
        <pc:chgData name="karim saari" userId="072d8f137dccd88c" providerId="LiveId" clId="{79772CFA-CDAC-44C0-917B-DBC5B034F35C}" dt="2026-05-24T15:08:41.734" v="112" actId="1076"/>
        <pc:sldMkLst>
          <pc:docMk/>
          <pc:sldMk cId="3615399864" sldId="282"/>
        </pc:sldMkLst>
        <pc:spChg chg="mod">
          <ac:chgData name="karim saari" userId="072d8f137dccd88c" providerId="LiveId" clId="{79772CFA-CDAC-44C0-917B-DBC5B034F35C}" dt="2026-05-24T15:04:55.905" v="100"/>
          <ac:spMkLst>
            <pc:docMk/>
            <pc:sldMk cId="3615399864" sldId="282"/>
            <ac:spMk id="38" creationId="{DC29ADA5-257D-4EB9-B07C-68296103C952}"/>
          </ac:spMkLst>
        </pc:spChg>
        <pc:spChg chg="mod">
          <ac:chgData name="karim saari" userId="072d8f137dccd88c" providerId="LiveId" clId="{79772CFA-CDAC-44C0-917B-DBC5B034F35C}" dt="2026-05-24T15:08:41.734" v="112" actId="1076"/>
          <ac:spMkLst>
            <pc:docMk/>
            <pc:sldMk cId="3615399864" sldId="282"/>
            <ac:spMk id="39" creationId="{D0ABAC73-194D-400E-AE58-22CB7697E897}"/>
          </ac:spMkLst>
        </pc:spChg>
      </pc:sldChg>
      <pc:sldChg chg="new del ord">
        <pc:chgData name="karim saari" userId="072d8f137dccd88c" providerId="LiveId" clId="{79772CFA-CDAC-44C0-917B-DBC5B034F35C}" dt="2026-05-24T15:04:16.695" v="92" actId="47"/>
        <pc:sldMkLst>
          <pc:docMk/>
          <pc:sldMk cId="3563116036" sldId="283"/>
        </pc:sldMkLst>
      </pc:sldChg>
      <pc:sldChg chg="addSp delSp modSp new mod ord">
        <pc:chgData name="karim saari" userId="072d8f137dccd88c" providerId="LiveId" clId="{79772CFA-CDAC-44C0-917B-DBC5B034F35C}" dt="2026-05-24T15:20:35.287" v="189" actId="1076"/>
        <pc:sldMkLst>
          <pc:docMk/>
          <pc:sldMk cId="4293405087" sldId="284"/>
        </pc:sldMkLst>
        <pc:spChg chg="add mod">
          <ac:chgData name="karim saari" userId="072d8f137dccd88c" providerId="LiveId" clId="{79772CFA-CDAC-44C0-917B-DBC5B034F35C}" dt="2026-05-24T15:02:58.102" v="9"/>
          <ac:spMkLst>
            <pc:docMk/>
            <pc:sldMk cId="4293405087" sldId="284"/>
            <ac:spMk id="4" creationId="{BB85C22D-1BE5-4C4C-91C9-A1D05709E084}"/>
          </ac:spMkLst>
        </pc:spChg>
        <pc:spChg chg="add mod">
          <ac:chgData name="karim saari" userId="072d8f137dccd88c" providerId="LiveId" clId="{79772CFA-CDAC-44C0-917B-DBC5B034F35C}" dt="2026-05-24T15:02:58.105" v="12"/>
          <ac:spMkLst>
            <pc:docMk/>
            <pc:sldMk cId="4293405087" sldId="284"/>
            <ac:spMk id="5" creationId="{25ABC425-FEAB-4119-AF03-9E07F6E2065A}"/>
          </ac:spMkLst>
        </pc:spChg>
        <pc:spChg chg="add mod">
          <ac:chgData name="karim saari" userId="072d8f137dccd88c" providerId="LiveId" clId="{79772CFA-CDAC-44C0-917B-DBC5B034F35C}" dt="2026-05-24T15:02:58.115" v="20"/>
          <ac:spMkLst>
            <pc:docMk/>
            <pc:sldMk cId="4293405087" sldId="284"/>
            <ac:spMk id="6" creationId="{18E6DEEC-4CA9-4BE8-9908-8791E2A82527}"/>
          </ac:spMkLst>
        </pc:spChg>
        <pc:spChg chg="add del mod">
          <ac:chgData name="karim saari" userId="072d8f137dccd88c" providerId="LiveId" clId="{79772CFA-CDAC-44C0-917B-DBC5B034F35C}" dt="2026-05-24T15:20:31.779" v="188" actId="478"/>
          <ac:spMkLst>
            <pc:docMk/>
            <pc:sldMk cId="4293405087" sldId="284"/>
            <ac:spMk id="7" creationId="{5D4764E2-33D7-43B3-BA4C-7841D06ABBFB}"/>
          </ac:spMkLst>
        </pc:spChg>
        <pc:spChg chg="add mod">
          <ac:chgData name="karim saari" userId="072d8f137dccd88c" providerId="LiveId" clId="{79772CFA-CDAC-44C0-917B-DBC5B034F35C}" dt="2026-05-24T15:20:35.287" v="189" actId="1076"/>
          <ac:spMkLst>
            <pc:docMk/>
            <pc:sldMk cId="4293405087" sldId="284"/>
            <ac:spMk id="8" creationId="{E83DB036-CB6F-4932-BCB8-E0B0DFC24B5D}"/>
          </ac:spMkLst>
        </pc:spChg>
        <pc:spChg chg="add mod">
          <ac:chgData name="karim saari" userId="072d8f137dccd88c" providerId="LiveId" clId="{79772CFA-CDAC-44C0-917B-DBC5B034F35C}" dt="2026-05-24T15:02:58.137" v="38"/>
          <ac:spMkLst>
            <pc:docMk/>
            <pc:sldMk cId="4293405087" sldId="284"/>
            <ac:spMk id="9" creationId="{2A4F5AE5-8637-49DE-BDEE-DD697BE42852}"/>
          </ac:spMkLst>
        </pc:spChg>
        <pc:spChg chg="add mod">
          <ac:chgData name="karim saari" userId="072d8f137dccd88c" providerId="LiveId" clId="{79772CFA-CDAC-44C0-917B-DBC5B034F35C}" dt="2026-05-24T15:19:38.291" v="185" actId="20577"/>
          <ac:spMkLst>
            <pc:docMk/>
            <pc:sldMk cId="4293405087" sldId="284"/>
            <ac:spMk id="10" creationId="{541A1786-2737-4BE9-8581-CF3C4B3BFADF}"/>
          </ac:spMkLst>
        </pc:spChg>
        <pc:spChg chg="add mod">
          <ac:chgData name="karim saari" userId="072d8f137dccd88c" providerId="LiveId" clId="{79772CFA-CDAC-44C0-917B-DBC5B034F35C}" dt="2026-05-24T15:02:58.157" v="53"/>
          <ac:spMkLst>
            <pc:docMk/>
            <pc:sldMk cId="4293405087" sldId="284"/>
            <ac:spMk id="11" creationId="{79B1EA1E-450A-456C-89DC-5B6EDAE7C864}"/>
          </ac:spMkLst>
        </pc:spChg>
        <pc:spChg chg="add mod">
          <ac:chgData name="karim saari" userId="072d8f137dccd88c" providerId="LiveId" clId="{79772CFA-CDAC-44C0-917B-DBC5B034F35C}" dt="2026-05-24T15:06:31.143" v="109" actId="207"/>
          <ac:spMkLst>
            <pc:docMk/>
            <pc:sldMk cId="4293405087" sldId="284"/>
            <ac:spMk id="12" creationId="{F0CA3DAC-07A7-4A19-93CD-03C0E65CCCE1}"/>
          </ac:spMkLst>
        </pc:spChg>
        <pc:spChg chg="add mod">
          <ac:chgData name="karim saari" userId="072d8f137dccd88c" providerId="LiveId" clId="{79772CFA-CDAC-44C0-917B-DBC5B034F35C}" dt="2026-05-24T15:05:50.045" v="106" actId="207"/>
          <ac:spMkLst>
            <pc:docMk/>
            <pc:sldMk cId="4293405087" sldId="284"/>
            <ac:spMk id="13" creationId="{0C0A0F88-E5E6-47E0-9506-E537D183F427}"/>
          </ac:spMkLst>
        </pc:spChg>
        <pc:spChg chg="add mod">
          <ac:chgData name="karim saari" userId="072d8f137dccd88c" providerId="LiveId" clId="{79772CFA-CDAC-44C0-917B-DBC5B034F35C}" dt="2026-05-24T15:02:58.176" v="70"/>
          <ac:spMkLst>
            <pc:docMk/>
            <pc:sldMk cId="4293405087" sldId="284"/>
            <ac:spMk id="14" creationId="{8C7BB220-14FA-475E-964B-95848DF44782}"/>
          </ac:spMkLst>
        </pc:spChg>
        <pc:spChg chg="add del mod">
          <ac:chgData name="karim saari" userId="072d8f137dccd88c" providerId="LiveId" clId="{79772CFA-CDAC-44C0-917B-DBC5B034F35C}" dt="2026-05-24T15:05:54.237" v="107" actId="478"/>
          <ac:spMkLst>
            <pc:docMk/>
            <pc:sldMk cId="4293405087" sldId="284"/>
            <ac:spMk id="15" creationId="{343F1B04-308B-495B-9B0A-CE47098EBD4C}"/>
          </ac:spMkLst>
        </pc:spChg>
        <pc:spChg chg="add mod">
          <ac:chgData name="karim saari" userId="072d8f137dccd88c" providerId="LiveId" clId="{79772CFA-CDAC-44C0-917B-DBC5B034F35C}" dt="2026-05-24T15:04:55.980" v="102"/>
          <ac:spMkLst>
            <pc:docMk/>
            <pc:sldMk cId="4293405087" sldId="284"/>
            <ac:spMk id="16" creationId="{2A0E0D5A-86FC-4948-BA15-AA5C2B83B809}"/>
          </ac:spMkLst>
        </pc:spChg>
        <pc:spChg chg="add mod">
          <ac:chgData name="karim saari" userId="072d8f137dccd88c" providerId="LiveId" clId="{79772CFA-CDAC-44C0-917B-DBC5B034F35C}" dt="2026-05-24T15:06:45.900" v="110" actId="1076"/>
          <ac:spMkLst>
            <pc:docMk/>
            <pc:sldMk cId="4293405087" sldId="284"/>
            <ac:spMk id="17" creationId="{7CB9D03F-676B-4E52-BE1A-D68205277F0D}"/>
          </ac:spMkLst>
        </pc:spChg>
      </pc:sldChg>
      <pc:sldChg chg="new del">
        <pc:chgData name="karim saari" userId="072d8f137dccd88c" providerId="LiveId" clId="{79772CFA-CDAC-44C0-917B-DBC5B034F35C}" dt="2026-05-24T15:13:54.425" v="117" actId="47"/>
        <pc:sldMkLst>
          <pc:docMk/>
          <pc:sldMk cId="1096962866" sldId="285"/>
        </pc:sldMkLst>
      </pc:sldChg>
      <pc:sldMasterChg chg="delSldLayout">
        <pc:chgData name="karim saari" userId="072d8f137dccd88c" providerId="LiveId" clId="{79772CFA-CDAC-44C0-917B-DBC5B034F35C}" dt="2026-05-24T15:13:54.425" v="117" actId="47"/>
        <pc:sldMasterMkLst>
          <pc:docMk/>
          <pc:sldMasterMk cId="1879302021" sldId="2147483660"/>
        </pc:sldMasterMkLst>
        <pc:sldLayoutChg chg="del">
          <pc:chgData name="karim saari" userId="072d8f137dccd88c" providerId="LiveId" clId="{79772CFA-CDAC-44C0-917B-DBC5B034F35C}" dt="2026-05-24T15:13:54.425" v="117" actId="47"/>
          <pc:sldLayoutMkLst>
            <pc:docMk/>
            <pc:sldMasterMk cId="1879302021" sldId="2147483660"/>
            <pc:sldLayoutMk cId="3038142626" sldId="214748366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D583665-5A0D-4405-9F3B-244C3B110FA1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CB217D0-327D-4D58-9EEA-660D7D0BB5A7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171620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CB217D0-327D-4D58-9EEA-660D7D0BB5A7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88741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A0DBCDF-D2C0-4E43-46B9-0DB0D53E209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1903E689-7E90-E1D1-6645-60AD2E5C68C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4DFAA9C-BDC6-4DC1-E4E0-1589C49963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215662-DCD8-0B82-24DB-CF56A1E2A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A01CC19-B971-5EAC-FB11-C5D02F9428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34302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F6B769C-BE68-8504-6182-9285FE03F5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2A0C241D-729B-5059-0F31-4777714462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EBDEEEC3-74CA-6DCB-81F8-3287F4993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F31B91BF-B429-034C-7F4B-9290EC6B8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74C98D6-E620-3292-E942-96849066F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63882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3C80863-B7C8-912A-7F76-024751ACBD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00C0E40-2292-F32D-A7D5-12F5259523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BEE60E3E-824F-F048-DEDE-03A09E9C26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32292543-3B80-EDFA-5E23-CB1A2869E7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8E14D091-713A-D7D6-BD47-28479B597D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FE223B47-1EDF-5CED-2471-F13CEA41D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22957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400ECCB-512C-009B-0145-68FA04BE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1C3A4B8-7794-A12B-4C3A-FA5855FB3F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30A3105-080A-EB3B-8FC9-D7C023A3D0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86A68F81-84AF-2087-2868-47725E742F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AFC0A588-5B3B-477F-958F-7C67CB32504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7A00BA08-6717-A599-75E0-65EFA14843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2BB83165-0539-A910-E60A-BB4E167E3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0C21B135-DA30-1CDB-D447-23FE1094A8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78594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6C35215-7E4A-7CE2-BC8C-99C34B93B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02F4EE7-0D2E-D9B1-76B4-7465CBAB93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2B1603AE-E44D-CB3E-CD96-26D006F7D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44FF3250-1126-7EE5-F3E0-334849F6B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9820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0965186C-6A9F-5A43-8E7E-EFFCD87B91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DF4ABDF7-B570-4CBE-B0AB-EFACBB3F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4C41438-4BCD-DD0C-8C95-A049E8D6A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625809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5248E8A1-7198-0098-2DEE-3A420607D7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17D4DE7-9D7A-26C3-1A33-7B0C7605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36F3338F-7C86-6AFA-ED47-98F69FF56E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6FE51C9B-7CBF-E92D-23EE-FD6ADEB549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DD82F0AD-3B64-0A89-5A9E-20248A2B8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B804D4B6-15F1-4F3B-71D3-156921E78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621550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9C5DFA0-6C15-B9AF-A65B-E3E3CA2E49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F0F94633-A17C-4A07-E4AA-A980F4913E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EABFD0C5-717E-5951-ED6F-E5C7E2F7B7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542CC699-96BA-6B53-D47D-FD8977226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F88C147E-DE86-6549-8BF1-8AA4E103CB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1D93024A-335A-C2C8-B1F3-746D18395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362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622BEEC-B374-C1A8-363C-80C8873725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AD5B4202-FDB2-07AF-48B4-69280A4B09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F87D31C2-E6CD-46E4-8163-6F70E91762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6D743550-F6ED-E5B2-31AB-FEF552ABE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5F79085C-87CC-6852-A288-70C5803B08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9731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E12C0EA7-8B14-65AB-5790-2AAD838447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0904E3DA-E001-D185-5A6C-73E9905882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C8B9B95-C609-E3D2-2ECB-74C9FFBD19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D8336B7-E872-6747-753B-1F495180E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97376B7-EDC4-ACBC-5561-4792C9647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412866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22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F9F7E4B3-4E6E-0E48-283F-060ADD268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99A6F5B-B181-1E8E-5132-5E10EFDB84D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A9B5753-2D6E-5D35-36BC-15F371B018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126C9CF-8BAA-49DF-9CA8-A7B0F8C229A8}" type="datetimeFigureOut">
              <a:rPr lang="fr-FR" smtClean="0"/>
              <a:t>26/05/2026</a:t>
            </a:fld>
            <a:endParaRPr lang="fr-F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473FE85A-2BF8-36B2-A27E-AD86BF69243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99728A7-D5DB-C914-73C2-48E60288EF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C12CBA1-7AC1-452E-B2AF-A27434A79B40}" type="slidenum">
              <a:rPr lang="fr-FR" smtClean="0"/>
              <a:t>‹N°›</a:t>
            </a:fld>
            <a:endParaRPr lang="fr-FR"/>
          </a:p>
        </p:txBody>
      </p:sp>
      <p:sp>
        <p:nvSpPr>
          <p:cNvPr id="9001" name="AccentBar"/>
          <p:cNvSpPr/>
          <p:nvPr userDrawn="1"/>
        </p:nvSpPr>
        <p:spPr>
          <a:xfrm>
            <a:off x="0" y="0"/>
            <a:ext cx="60960" cy="5486400"/>
          </a:xfrm>
          <a:prstGeom prst="rect">
            <a:avLst/>
          </a:prstGeom>
          <a:solidFill>
            <a:srgbClr val="21C47B"/>
          </a:solidFill>
          <a:ln>
            <a:noFill/>
          </a:ln>
        </p:spPr>
        <p:txBody>
          <a:bodyPr/>
          <a:lstStyle/>
          <a:p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793020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FFFFFF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FFFFFF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FFFFFF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9pPr>
    </p:bodyStyle>
    <p:otherStyle>
      <a:defPPr>
        <a:defRPr lang="fr-FR">
          <a:solidFill>
            <a:srgbClr val="FFFFFF"/>
          </a:solidFill>
        </a:defRPr>
      </a:defPPr>
      <a:lvl1pPr marL="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rgbClr val="FFFFFF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karimsaari.com/photographe-environnemental-marseille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karimsaari.com/les-francais-yann-arthus-bertrand" TargetMode="External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karimsaari.com/depollution-marine" TargetMode="Externa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karimsaari.com/presse" TargetMode="Externa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linkedin.com/in/karimsaari/" TargetMode="External"/><Relationship Id="rId3" Type="http://schemas.openxmlformats.org/officeDocument/2006/relationships/hyperlink" Target="https://www.tiktok.com/@dark.massilia" TargetMode="External"/><Relationship Id="rId7" Type="http://schemas.openxmlformats.org/officeDocument/2006/relationships/hyperlink" Target="https://500px.com/p/karimsaari" TargetMode="External"/><Relationship Id="rId2" Type="http://schemas.openxmlformats.org/officeDocument/2006/relationships/hyperlink" Target="https://www.instagram.com/karimsaari" TargetMode="External"/><Relationship Id="rId1" Type="http://schemas.openxmlformats.org/officeDocument/2006/relationships/slideLayout" Target="../slideLayouts/slideLayout6.xml"/><Relationship Id="rId6" Type="http://schemas.openxmlformats.org/officeDocument/2006/relationships/hyperlink" Target="https://www.facebook.com/groups/calanque/" TargetMode="External"/><Relationship Id="rId5" Type="http://schemas.openxmlformats.org/officeDocument/2006/relationships/hyperlink" Target="https://x.com/dark_massilia" TargetMode="External"/><Relationship Id="rId10" Type="http://schemas.openxmlformats.org/officeDocument/2006/relationships/hyperlink" Target="https://karimsaari.com/communaute" TargetMode="External"/><Relationship Id="rId4" Type="http://schemas.openxmlformats.org/officeDocument/2006/relationships/hyperlink" Target="https://www.youtube.com/@dark.massilia" TargetMode="External"/><Relationship Id="rId9" Type="http://schemas.openxmlformats.org/officeDocument/2006/relationships/hyperlink" Target="https://www.facebook.com/Photographie.Marseille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0.xml"/><Relationship Id="rId4" Type="http://schemas.openxmlformats.org/officeDocument/2006/relationships/hyperlink" Target="https://karimsaari.com/communaute-calanques" TargetMode="Externa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karimsaari.com/contact" TargetMode="External"/><Relationship Id="rId2" Type="http://schemas.openxmlformats.org/officeDocument/2006/relationships/hyperlink" Target="https://karimsaari.com/" TargetMode="Externa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karimsaari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40015B1-1CE1-4FA2-82DC-B088C0BB488A}"/>
              </a:ext>
            </a:extLst>
          </p:cNvPr>
          <p:cNvSpPr/>
          <p:nvPr/>
        </p:nvSpPr>
        <p:spPr>
          <a:xfrm>
            <a:off x="1016000" y="1143000"/>
            <a:ext cx="762000" cy="508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22E4022-AB89-414C-9EEB-F48F35B33B67}"/>
              </a:ext>
            </a:extLst>
          </p:cNvPr>
          <p:cNvSpPr txBox="1"/>
          <p:nvPr/>
        </p:nvSpPr>
        <p:spPr>
          <a:xfrm>
            <a:off x="1016000" y="1333500"/>
            <a:ext cx="508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21C47B"/>
                </a:solidFill>
                <a:latin typeface="Montserrat"/>
              </a:rPr>
              <a:t>DOSSIER DE PRESSE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35C4C298-AA3E-4BC4-A8AA-24B0A8E200A3}"/>
              </a:ext>
            </a:extLst>
          </p:cNvPr>
          <p:cNvSpPr txBox="1"/>
          <p:nvPr/>
        </p:nvSpPr>
        <p:spPr>
          <a:xfrm>
            <a:off x="3036502" y="949463"/>
            <a:ext cx="2249371" cy="765037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4800" b="1" dirty="0">
                <a:solidFill>
                  <a:srgbClr val="FFFFFF"/>
                </a:solidFill>
                <a:latin typeface="Montserrat"/>
              </a:rPr>
              <a:t>2026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BBA634E-5351-4FDF-ABDB-33ABDCF484DF}"/>
              </a:ext>
            </a:extLst>
          </p:cNvPr>
          <p:cNvSpPr/>
          <p:nvPr/>
        </p:nvSpPr>
        <p:spPr>
          <a:xfrm>
            <a:off x="1016000" y="5403850"/>
            <a:ext cx="508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1BBE872-A321-4DB3-86EC-CD9F1768AD9B}"/>
              </a:ext>
            </a:extLst>
          </p:cNvPr>
          <p:cNvSpPr txBox="1"/>
          <p:nvPr/>
        </p:nvSpPr>
        <p:spPr>
          <a:xfrm>
            <a:off x="938998" y="5568950"/>
            <a:ext cx="9652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i="1" dirty="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Photographe environnemental &amp; Sentinelle des Calanques de Marseille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E43A8719-A51E-4665-9090-79D349F79DD1}"/>
              </a:ext>
            </a:extLst>
          </p:cNvPr>
          <p:cNvSpPr txBox="1"/>
          <p:nvPr/>
        </p:nvSpPr>
        <p:spPr>
          <a:xfrm>
            <a:off x="1016000" y="6223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 b="1">
                <a:solidFill>
                  <a:srgbClr val="21C47B"/>
                </a:solidFill>
                <a:latin typeface="Montserrat"/>
              </a:rPr>
              <a:t>MARSEILLE · FRANCE</a:t>
            </a:r>
          </a:p>
        </p:txBody>
      </p:sp>
      <p:sp>
        <p:nvSpPr>
          <p:cNvPr id="2" name="ZoneTexte 1">
            <a:extLst>
              <a:ext uri="{FF2B5EF4-FFF2-40B4-BE49-F238E27FC236}">
                <a16:creationId xmlns:a16="http://schemas.microsoft.com/office/drawing/2014/main" id="{11CBA0EF-3C47-4F74-B08F-D7F78A9DAE22}"/>
              </a:ext>
            </a:extLst>
          </p:cNvPr>
          <p:cNvSpPr txBox="1"/>
          <p:nvPr/>
        </p:nvSpPr>
        <p:spPr>
          <a:xfrm>
            <a:off x="1016000" y="6438900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 dirty="0">
                <a:solidFill>
                  <a:srgbClr val="21C47B"/>
                </a:solidFill>
                <a:latin typeface="Montserrat"/>
              </a:rPr>
              <a:t>karimsaari.com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FE42E69-731E-4D74-9C03-7AA0A12A6701}"/>
              </a:ext>
            </a:extLst>
          </p:cNvPr>
          <p:cNvSpPr/>
          <p:nvPr/>
        </p:nvSpPr>
        <p:spPr>
          <a:xfrm>
            <a:off x="86626" y="1924050"/>
            <a:ext cx="12105373" cy="33528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24042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D48581AC-304A-4ED9-84C8-81F4AEA60047}"/>
              </a:ext>
            </a:extLst>
          </p:cNvPr>
          <p:cNvSpPr txBox="1"/>
          <p:nvPr/>
        </p:nvSpPr>
        <p:spPr>
          <a:xfrm>
            <a:off x="640615" y="234950"/>
            <a:ext cx="254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21C47B"/>
                </a:solidFill>
                <a:latin typeface="Montserrat"/>
              </a:rPr>
              <a:t>PROFIL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DDE2DD26-DADD-48E3-9FDE-D77767253F4B}"/>
              </a:ext>
            </a:extLst>
          </p:cNvPr>
          <p:cNvSpPr txBox="1"/>
          <p:nvPr/>
        </p:nvSpPr>
        <p:spPr>
          <a:xfrm>
            <a:off x="640615" y="552450"/>
            <a:ext cx="762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4400" b="1">
                <a:solidFill>
                  <a:srgbClr val="FFFFFF"/>
                </a:solidFill>
                <a:latin typeface="Montserrat"/>
              </a:rPr>
              <a:t>Karim Saari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A1D1858-151C-4FC3-9FDD-6ECCE89C7ED3}"/>
              </a:ext>
            </a:extLst>
          </p:cNvPr>
          <p:cNvSpPr txBox="1"/>
          <p:nvPr/>
        </p:nvSpPr>
        <p:spPr>
          <a:xfrm>
            <a:off x="640615" y="1314450"/>
            <a:ext cx="635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i="1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dit Dark Massilia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C4F47BB-2E84-4E96-A4C1-F7FF672A3A6E}"/>
              </a:ext>
            </a:extLst>
          </p:cNvPr>
          <p:cNvSpPr/>
          <p:nvPr/>
        </p:nvSpPr>
        <p:spPr>
          <a:xfrm>
            <a:off x="640615" y="2012950"/>
            <a:ext cx="3219116" cy="3556000"/>
          </a:xfrm>
          <a:prstGeom prst="rect">
            <a:avLst/>
          </a:prstGeom>
          <a:solidFill>
            <a:srgbClr val="0A1A24"/>
          </a:solidFill>
          <a:ln w="19050" cap="flat" cmpd="sng" algn="ctr">
            <a:solidFill>
              <a:srgbClr val="21C47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41E1FC30-C4C8-47D0-9570-28460B1E3715}"/>
              </a:ext>
            </a:extLst>
          </p:cNvPr>
          <p:cNvSpPr txBox="1"/>
          <p:nvPr/>
        </p:nvSpPr>
        <p:spPr>
          <a:xfrm>
            <a:off x="1016000" y="4127500"/>
            <a:ext cx="3556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600" b="1">
                <a:solidFill>
                  <a:srgbClr val="21C47B"/>
                </a:solidFill>
                <a:latin typeface="Montserrat"/>
              </a:rPr>
              <a:t>PHOTO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724CE49-BE77-4AD4-857E-173E11D56D6D}"/>
              </a:ext>
            </a:extLst>
          </p:cNvPr>
          <p:cNvSpPr txBox="1"/>
          <p:nvPr/>
        </p:nvSpPr>
        <p:spPr>
          <a:xfrm>
            <a:off x="1016000" y="4508500"/>
            <a:ext cx="3556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 dirty="0">
                <a:solidFill>
                  <a:srgbClr val="7B95A3"/>
                </a:solidFill>
                <a:latin typeface="Open Sans"/>
                <a:ea typeface="Open Sans"/>
                <a:cs typeface="Open Sans"/>
              </a:rPr>
              <a:t>Portrait à insérer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1F4E994-5F97-4918-A185-91DA8FF282C3}"/>
              </a:ext>
            </a:extLst>
          </p:cNvPr>
          <p:cNvSpPr/>
          <p:nvPr/>
        </p:nvSpPr>
        <p:spPr>
          <a:xfrm>
            <a:off x="5334000" y="234950"/>
            <a:ext cx="38100" cy="762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D7971BFC-5557-4473-978B-A6170DECAE1E}"/>
              </a:ext>
            </a:extLst>
          </p:cNvPr>
          <p:cNvSpPr txBox="1"/>
          <p:nvPr/>
        </p:nvSpPr>
        <p:spPr>
          <a:xfrm>
            <a:off x="5588000" y="234950"/>
            <a:ext cx="5842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200" b="1" dirty="0">
                <a:solidFill>
                  <a:srgbClr val="FFFFFF"/>
                </a:solidFill>
                <a:latin typeface="Montserrat"/>
              </a:rPr>
              <a:t>Biographie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CC63776-EF2A-457D-8161-3098DA25F751}"/>
              </a:ext>
            </a:extLst>
          </p:cNvPr>
          <p:cNvSpPr txBox="1"/>
          <p:nvPr/>
        </p:nvSpPr>
        <p:spPr>
          <a:xfrm>
            <a:off x="5588000" y="666750"/>
            <a:ext cx="584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 b="1">
                <a:solidFill>
                  <a:srgbClr val="21C47B"/>
                </a:solidFill>
                <a:latin typeface="Open Sans"/>
                <a:ea typeface="Open Sans"/>
                <a:cs typeface="Open Sans"/>
              </a:rPr>
              <a:t>Apnéiste  ·  Photographe  ·  Militant écologique</a:t>
            </a:r>
          </a:p>
        </p:txBody>
      </p:sp>
      <p:sp>
        <p:nvSpPr>
          <p:cNvPr id="11" name="BioBody">
            <a:extLst>
              <a:ext uri="{FF2B5EF4-FFF2-40B4-BE49-F238E27FC236}">
                <a16:creationId xmlns:a16="http://schemas.microsoft.com/office/drawing/2014/main" id="{5128ABEF-8B36-460B-8D84-2C62DCDED5BE}"/>
              </a:ext>
            </a:extLst>
          </p:cNvPr>
          <p:cNvSpPr txBox="1"/>
          <p:nvPr/>
        </p:nvSpPr>
        <p:spPr>
          <a:xfrm>
            <a:off x="5215819" y="1138455"/>
            <a:ext cx="6586362" cy="279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indent="0" algn="just">
              <a:lnSpc>
                <a:spcPts val="1900"/>
              </a:lnSpc>
              <a:spcAft>
                <a:spcPts val="600"/>
              </a:spcAft>
              <a:buNone/>
            </a:pPr>
            <a:r>
              <a:rPr lang="fr-FR" sz="1400" dirty="0">
                <a:solidFill>
                  <a:srgbClr val="FFFFFF"/>
                </a:solidFill>
                <a:latin typeface="Open Sans"/>
              </a:rPr>
              <a:t>Karim Saari grandit sur la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côte basque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— Bayonne, Biarritz, Capbreton, la dune du Pilat. C’est là, face à l’Atlantique, qu’il apprend à regarder. Chaque été, il part dans les Alpes. C’est lors de l’une de ces escapades en montagne qu’un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guide de haute montagne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lui tend un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appareil argentique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et lui enseigne l’essentiel : écouter le paysage, pas le dominer. La contrainte de la pellicule —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36 poses, pas une de plus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— forge une façon de travailler qui ne le quittera jamais.</a:t>
            </a:r>
          </a:p>
          <a:p>
            <a:pPr marL="0" indent="0" algn="just">
              <a:lnSpc>
                <a:spcPts val="1900"/>
              </a:lnSpc>
              <a:spcAft>
                <a:spcPts val="600"/>
              </a:spcAft>
              <a:buNone/>
            </a:pPr>
            <a:r>
              <a:rPr lang="fr-FR" sz="1400" dirty="0">
                <a:solidFill>
                  <a:srgbClr val="FFFFFF"/>
                </a:solidFill>
                <a:latin typeface="Open Sans"/>
              </a:rPr>
              <a:t>Après des années passées à Toulouse puis à Aix-en-Provence, il pose ses valises à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Marseille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en 2006. Douze ans dans les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quartiers nord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, à Sainte-Marthe, pour apprivoiser la ville. Puis en 2018, chemin de Morgiou, à l’entrée du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Parc national des Calanques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. C’est là que tout bascule. En plongeant en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apnée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pour photographier sous la surface, il découvre l’ampleur de la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pollution plastique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sur les fonds marins. La photographie de paysages lui avait appris à voir. L’apnée lui apprend ce qu’il y a à perdre.</a:t>
            </a:r>
          </a:p>
          <a:p>
            <a:pPr marL="0" indent="0" algn="just">
              <a:lnSpc>
                <a:spcPts val="1900"/>
              </a:lnSpc>
              <a:buNone/>
            </a:pPr>
            <a:r>
              <a:rPr lang="fr-FR" sz="1400" dirty="0">
                <a:solidFill>
                  <a:srgbClr val="FFFFFF"/>
                </a:solidFill>
                <a:latin typeface="Open Sans"/>
              </a:rPr>
              <a:t>Depuis, Karim Saari documente, témoigne et agit. Membre de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Team Oxygen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dès la première édition du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Projet Sentinelle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, élu président en janvier 2026, il orchestre des opérations de dépollution en apnée dans les Calanques. Ses images ont été publiées par </a:t>
            </a:r>
            <a:r>
              <a:rPr lang="fr-FR" sz="1400" b="1" dirty="0">
                <a:solidFill>
                  <a:srgbClr val="FFFFFF"/>
                </a:solidFill>
                <a:latin typeface="Open Sans"/>
              </a:rPr>
              <a:t>Arte, France 3, TF1, France Bleu et La Provence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, et photographées par </a:t>
            </a:r>
            <a:r>
              <a:rPr lang="fr-FR" sz="1400" b="1" dirty="0">
                <a:solidFill>
                  <a:srgbClr val="21C47B"/>
                </a:solidFill>
                <a:latin typeface="Open Sans"/>
              </a:rPr>
              <a:t>Yann Arthus-Bertrand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dans le cadre du projet Les Français. En 2026, le documentaire </a:t>
            </a:r>
            <a:r>
              <a:rPr lang="fr-FR" sz="1400" b="1" i="1" dirty="0">
                <a:solidFill>
                  <a:srgbClr val="FFFFFF"/>
                </a:solidFill>
                <a:latin typeface="Open Sans"/>
              </a:rPr>
              <a:t>Oxygène</a:t>
            </a:r>
            <a:r>
              <a:rPr lang="fr-FR" sz="1400" dirty="0">
                <a:solidFill>
                  <a:srgbClr val="FFFFFF"/>
                </a:solidFill>
                <a:latin typeface="Open Sans"/>
              </a:rPr>
              <a:t> (52 min, Transfuges/Zéke Film) retrace cinq ans d’engagement sur le terrain.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0E8175D-D8B5-43D2-ADC4-F7A6EDA1ED57}"/>
              </a:ext>
            </a:extLst>
          </p:cNvPr>
          <p:cNvSpPr txBox="1"/>
          <p:nvPr/>
        </p:nvSpPr>
        <p:spPr>
          <a:xfrm>
            <a:off x="11167181" y="6561622"/>
            <a:ext cx="127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 dirty="0">
                <a:solidFill>
                  <a:srgbClr val="7B95A3"/>
                </a:solidFill>
                <a:latin typeface="Montserrat"/>
              </a:rPr>
              <a:t>02 / 13</a:t>
            </a:r>
          </a:p>
        </p:txBody>
      </p:sp>
      <p:pic>
        <p:nvPicPr>
          <p:cNvPr id="13" name="Graphic 1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847115" y="2711450"/>
            <a:ext cx="1143000" cy="1143000"/>
          </a:xfrm>
          <a:prstGeom prst="rect">
            <a:avLst/>
          </a:prstGeom>
        </p:spPr>
      </p:pic>
      <p:pic>
        <p:nvPicPr>
          <p:cNvPr id="15" name="Image 14">
            <a:extLst>
              <a:ext uri="{FF2B5EF4-FFF2-40B4-BE49-F238E27FC236}">
                <a16:creationId xmlns:a16="http://schemas.microsoft.com/office/drawing/2014/main" id="{A44B924A-5FC7-D6C9-BB3A-7B464E0417C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5816" y="2073854"/>
            <a:ext cx="3068713" cy="3434192"/>
          </a:xfrm>
          <a:prstGeom prst="rect">
            <a:avLst/>
          </a:prstGeom>
        </p:spPr>
      </p:pic>
      <p:sp>
        <p:nvSpPr>
          <p:cNvPr id="14" name="ZoneTexte 13">
            <a:extLst>
              <a:ext uri="{FF2B5EF4-FFF2-40B4-BE49-F238E27FC236}">
                <a16:creationId xmlns:a16="http://schemas.microsoft.com/office/drawing/2014/main" id="{820EDF5C-8654-48C3-9357-D4E379CABE37}"/>
              </a:ext>
            </a:extLst>
          </p:cNvPr>
          <p:cNvSpPr txBox="1"/>
          <p:nvPr/>
        </p:nvSpPr>
        <p:spPr>
          <a:xfrm>
            <a:off x="5215819" y="6472722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 dirty="0">
                <a:solidFill>
                  <a:srgbClr val="21C47B"/>
                </a:solidFill>
                <a:latin typeface="Montserrat"/>
                <a:hlinkClick r:id="rId4"/>
              </a:rPr>
              <a:t>karimsaari.com/photographe-environnemental-</a:t>
            </a:r>
            <a:r>
              <a:rPr lang="fr-FR" sz="900" dirty="0" err="1">
                <a:solidFill>
                  <a:srgbClr val="21C47B"/>
                </a:solidFill>
                <a:latin typeface="Montserrat"/>
                <a:hlinkClick r:id="rId4"/>
              </a:rPr>
              <a:t>marseille</a:t>
            </a:r>
            <a:endParaRPr lang="fr-FR" sz="900" dirty="0">
              <a:solidFill>
                <a:srgbClr val="21C47B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7484228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ZoneTexte 2">
            <a:extLst>
              <a:ext uri="{FF2B5EF4-FFF2-40B4-BE49-F238E27FC236}">
                <a16:creationId xmlns:a16="http://schemas.microsoft.com/office/drawing/2014/main" id="{DDE2DD26-DADD-48E3-9FDE-D77767253F4B}"/>
              </a:ext>
            </a:extLst>
          </p:cNvPr>
          <p:cNvSpPr txBox="1"/>
          <p:nvPr/>
        </p:nvSpPr>
        <p:spPr>
          <a:xfrm>
            <a:off x="640615" y="552450"/>
            <a:ext cx="7620000" cy="762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>
              <a:buNone/>
            </a:pPr>
            <a:endParaRPr lang="fr-FR" sz="1400" dirty="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6A1D1858-151C-4FC3-9FDD-6ECCE89C7ED3}"/>
              </a:ext>
            </a:extLst>
          </p:cNvPr>
          <p:cNvSpPr txBox="1"/>
          <p:nvPr/>
        </p:nvSpPr>
        <p:spPr>
          <a:xfrm>
            <a:off x="2223436" y="469900"/>
            <a:ext cx="82296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marL="0" indent="0">
              <a:buNone/>
            </a:pPr>
            <a:r>
              <a:rPr lang="fr-FR" sz="2800" b="1" dirty="0">
                <a:solidFill>
                  <a:srgbClr val="FFFFFF"/>
                </a:solidFill>
                <a:latin typeface="Open Sans"/>
              </a:rPr>
              <a:t>Une vie, une trajectoire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0E8175D-D8B5-43D2-ADC4-F7A6EDA1ED57}"/>
              </a:ext>
            </a:extLst>
          </p:cNvPr>
          <p:cNvSpPr txBox="1"/>
          <p:nvPr/>
        </p:nvSpPr>
        <p:spPr>
          <a:xfrm>
            <a:off x="10799010" y="6553200"/>
            <a:ext cx="127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7B95A3"/>
                </a:solidFill>
                <a:latin typeface="Montserrat"/>
              </a:rPr>
              <a:t>03 / 13</a:t>
            </a:r>
          </a:p>
        </p:txBody>
      </p:sp>
      <p:graphicFrame>
        <p:nvGraphicFramePr>
          <p:cNvPr id="20" name="Timeline Table"/>
          <p:cNvGraphicFramePr>
            <a:graphicFrameLocks noGrp="1"/>
          </p:cNvGraphicFramePr>
          <p:nvPr/>
        </p:nvGraphicFramePr>
        <p:xfrm>
          <a:off x="635000" y="1397000"/>
          <a:ext cx="11176000" cy="5080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65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1977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Côte basque — Bayonne, Biarritz, Capbreton. Premiers étés face à l'Atlantique, premières images.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1997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Toulouse. Années de formation, le regard se structure.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2001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Aix-en-Provence.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2006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Marseille, quartiers nord, Sainte-Marthe — découverte de la ville et de ses collines.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2018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Chemin de Morgiou. Premières plongées en apnée dans les Calanques. Création du groupe Amoureux des Calanques — aujourd'hui plus de 65 000 membres.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2019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Cliché commandé par la Ville de Marseille — Carrousel du Vieux-Port.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2022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Intégration de Team Oxygen — 1ère édition du Projet Sentinelle.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2024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Photographié par Yann Arthus-Bertrand pour le projet Les Français.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Jan. 2026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Élu président de Team Oxygen. Communauté totale toutes plateformes : 132 000 membres.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08000"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b="1" dirty="0">
                          <a:solidFill>
                            <a:srgbClr val="21C47B"/>
                          </a:solidFill>
                          <a:latin typeface="Open Sans"/>
                        </a:rPr>
                        <a:t>2026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91440" marR="91440">
                        <a:buNone/>
                      </a:pPr>
                      <a:r>
                        <a:rPr lang="fr-FR" sz="1100" dirty="0">
                          <a:solidFill>
                            <a:srgbClr val="FFFFFF"/>
                          </a:solidFill>
                          <a:latin typeface="Open Sans"/>
                        </a:rPr>
                        <a:t>Sortie du documentaire Oxygène (52 min). 5ème édition du Projet Sentinelle — octobre 2026.</a:t>
                      </a:r>
                    </a:p>
                  </a:txBody>
                  <a:tcPr>
                    <a:lnL w="0">
                      <a:noFill/>
                    </a:lnL>
                    <a:lnR w="0">
                      <a:noFill/>
                    </a:lnR>
                    <a:lnT w="9525" cap="flat" cmpd="sng" algn="ctr">
                      <a:solidFill>
                        <a:srgbClr val="1E406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1E4060"/>
                      </a:solidFill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532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7B65250-6E4C-A851-A159-46BCEFCBA34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6000" y="533400"/>
            <a:ext cx="10160000" cy="558800"/>
          </a:xfrm>
        </p:spPr>
        <p:txBody>
          <a:bodyPr/>
          <a:lstStyle/>
          <a:p>
            <a:pPr algn="l"/>
            <a:r>
              <a:rPr lang="fr-FR" sz="2800" b="1" dirty="0">
                <a:solidFill>
                  <a:srgbClr val="FFFFFF"/>
                </a:solidFill>
                <a:latin typeface="Montserrat"/>
              </a:rPr>
              <a:t>Les Français — Yann Arthus-Bertrand</a:t>
            </a: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C3D8D9B-F927-395E-2904-48F2E05B4A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16000" y="1143000"/>
            <a:ext cx="10160000" cy="457200"/>
          </a:xfrm>
        </p:spPr>
        <p:txBody>
          <a:bodyPr/>
          <a:lstStyle/>
          <a:p>
            <a:pPr algn="l">
              <a:buNone/>
            </a:pPr>
            <a:r>
              <a:rPr lang="fr-FR" sz="1600" dirty="0">
                <a:solidFill>
                  <a:srgbClr val="C8D6DE"/>
                </a:solidFill>
                <a:latin typeface="Open Sans"/>
              </a:rPr>
              <a:t>Team Oxygen à l'honneur dans le projet photographique de YAB — Marseille, 2024</a:t>
            </a:r>
          </a:p>
        </p:txBody>
      </p:sp>
      <p:sp>
        <p:nvSpPr>
          <p:cNvPr id="220" name="PhotoPlaceholder_YAB"/>
          <p:cNvSpPr>
            <a:spLocks noGrp="1"/>
          </p:cNvSpPr>
          <p:nvPr/>
        </p:nvSpPr>
        <p:spPr>
          <a:xfrm>
            <a:off x="3238500" y="1778000"/>
            <a:ext cx="5715000" cy="38100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21" name="Sep_YAB"/>
          <p:cNvSpPr/>
          <p:nvPr/>
        </p:nvSpPr>
        <p:spPr>
          <a:xfrm>
            <a:off x="1016000" y="1714500"/>
            <a:ext cx="508000" cy="38100"/>
          </a:xfrm>
          <a:prstGeom prst="rect">
            <a:avLst/>
          </a:prstGeom>
          <a:solidFill>
            <a:srgbClr val="21C47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22" name="Credit_YAB"/>
          <p:cNvSpPr/>
          <p:nvPr/>
        </p:nvSpPr>
        <p:spPr>
          <a:xfrm>
            <a:off x="3238500" y="5689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/>
            <a:r>
              <a:rPr lang="fr-FR" sz="1000" i="1" dirty="0">
                <a:solidFill>
                  <a:srgbClr val="7B95A3"/>
                </a:solidFill>
                <a:latin typeface="Open Sans"/>
              </a:rPr>
              <a:t>© Yann Arthus-Bertrand</a:t>
            </a:r>
          </a:p>
        </p:txBody>
      </p:sp>
      <p:sp>
        <p:nvSpPr>
          <p:cNvPr id="223" name="PageNum_YAB"/>
          <p:cNvSpPr/>
          <p:nvPr/>
        </p:nvSpPr>
        <p:spPr>
          <a:xfrm>
            <a:off x="10414000" y="6350000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r>
              <a:rPr lang="fr-FR" sz="1100">
                <a:solidFill>
                  <a:srgbClr val="7B95A3"/>
                </a:solidFill>
                <a:latin typeface="Montserrat"/>
              </a:rPr>
              <a:t>04 / 13</a:t>
            </a:r>
            <a:endParaRPr lang="fr-FR" sz="1100" dirty="0">
              <a:solidFill>
                <a:srgbClr val="7B95A3"/>
              </a:solidFill>
              <a:latin typeface="Montserrat"/>
            </a:endParaRP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7F6A8B13-9615-479C-A71D-9C49FD6C107C}"/>
              </a:ext>
            </a:extLst>
          </p:cNvPr>
          <p:cNvSpPr txBox="1"/>
          <p:nvPr/>
        </p:nvSpPr>
        <p:spPr>
          <a:xfrm>
            <a:off x="3147461" y="1549400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 dirty="0">
                <a:solidFill>
                  <a:srgbClr val="21C47B"/>
                </a:solidFill>
                <a:latin typeface="Montserrat"/>
                <a:hlinkClick r:id="rId3"/>
              </a:rPr>
              <a:t>https://karimsaari.com/les-francais-yann-arthus-bertrand</a:t>
            </a:r>
            <a:endParaRPr lang="fr-FR" sz="900" dirty="0">
              <a:solidFill>
                <a:srgbClr val="21C47B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23999635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13BC0BE-E1BB-43A6-8240-1515FD731441}"/>
              </a:ext>
            </a:extLst>
          </p:cNvPr>
          <p:cNvSpPr txBox="1"/>
          <p:nvPr/>
        </p:nvSpPr>
        <p:spPr>
          <a:xfrm>
            <a:off x="1016000" y="762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21C47B"/>
                </a:solidFill>
                <a:latin typeface="Montserrat"/>
              </a:rPr>
              <a:t>CHIFFRES CLÉS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FDE19201-D9DA-4C79-90EC-D0708682B927}"/>
              </a:ext>
            </a:extLst>
          </p:cNvPr>
          <p:cNvSpPr txBox="1"/>
          <p:nvPr/>
        </p:nvSpPr>
        <p:spPr>
          <a:xfrm>
            <a:off x="1016000" y="1079500"/>
            <a:ext cx="1016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600" b="1">
                <a:solidFill>
                  <a:srgbClr val="FFFFFF"/>
                </a:solidFill>
                <a:latin typeface="Montserrat"/>
              </a:rPr>
              <a:t>L'impact en chiffres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063E4E-733D-40AA-8A5A-1AFDE576EDDC}"/>
              </a:ext>
            </a:extLst>
          </p:cNvPr>
          <p:cNvSpPr/>
          <p:nvPr/>
        </p:nvSpPr>
        <p:spPr>
          <a:xfrm>
            <a:off x="1016000" y="1841500"/>
            <a:ext cx="508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7E9DAF-A1BF-4AB2-B9A7-F3E82F8EF7B7}"/>
              </a:ext>
            </a:extLst>
          </p:cNvPr>
          <p:cNvSpPr/>
          <p:nvPr/>
        </p:nvSpPr>
        <p:spPr>
          <a:xfrm>
            <a:off x="749300" y="2222500"/>
            <a:ext cx="2540000" cy="1778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CA87348-7260-4A06-A9A8-3880AF94368E}"/>
              </a:ext>
            </a:extLst>
          </p:cNvPr>
          <p:cNvSpPr/>
          <p:nvPr/>
        </p:nvSpPr>
        <p:spPr>
          <a:xfrm>
            <a:off x="749300" y="2222500"/>
            <a:ext cx="2540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8257F9BD-4A7E-4395-8666-D3F954D92777}"/>
              </a:ext>
            </a:extLst>
          </p:cNvPr>
          <p:cNvSpPr txBox="1"/>
          <p:nvPr/>
        </p:nvSpPr>
        <p:spPr>
          <a:xfrm>
            <a:off x="901700" y="2540000"/>
            <a:ext cx="22352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400" b="1">
                <a:solidFill>
                  <a:srgbClr val="21C47B"/>
                </a:solidFill>
                <a:latin typeface="Montserrat"/>
              </a:rPr>
              <a:t>5 724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8BA2D25F-38F9-4D71-83AD-33AABC0CDA60}"/>
              </a:ext>
            </a:extLst>
          </p:cNvPr>
          <p:cNvSpPr txBox="1"/>
          <p:nvPr/>
        </p:nvSpPr>
        <p:spPr>
          <a:xfrm>
            <a:off x="901700" y="3238500"/>
            <a:ext cx="22352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8FE3B8"/>
                </a:solidFill>
                <a:latin typeface="Montserrat"/>
              </a:rPr>
              <a:t>kg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13447AF6-1EDA-4504-8A7F-525BC586C1C6}"/>
              </a:ext>
            </a:extLst>
          </p:cNvPr>
          <p:cNvSpPr txBox="1"/>
          <p:nvPr/>
        </p:nvSpPr>
        <p:spPr>
          <a:xfrm>
            <a:off x="901700" y="3556000"/>
            <a:ext cx="22352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 dirty="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de déchets collectés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E299F17-C780-48AA-9DF8-5CE51D130EBE}"/>
              </a:ext>
            </a:extLst>
          </p:cNvPr>
          <p:cNvSpPr/>
          <p:nvPr/>
        </p:nvSpPr>
        <p:spPr>
          <a:xfrm>
            <a:off x="3467100" y="2222500"/>
            <a:ext cx="2540000" cy="1778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67F5D17-E31C-4C47-9424-3E1BB4B449C4}"/>
              </a:ext>
            </a:extLst>
          </p:cNvPr>
          <p:cNvSpPr/>
          <p:nvPr/>
        </p:nvSpPr>
        <p:spPr>
          <a:xfrm>
            <a:off x="3467100" y="2222500"/>
            <a:ext cx="2540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575244E-8C9F-48E1-A891-F4D774AD0C5D}"/>
              </a:ext>
            </a:extLst>
          </p:cNvPr>
          <p:cNvSpPr txBox="1"/>
          <p:nvPr/>
        </p:nvSpPr>
        <p:spPr>
          <a:xfrm>
            <a:off x="3619500" y="2540000"/>
            <a:ext cx="22352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400" b="1">
                <a:solidFill>
                  <a:srgbClr val="21C47B"/>
                </a:solidFill>
                <a:latin typeface="Montserrat"/>
              </a:rPr>
              <a:t>132 000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60B4C4E-FAD0-4599-8297-91608441FBC1}"/>
              </a:ext>
            </a:extLst>
          </p:cNvPr>
          <p:cNvSpPr txBox="1"/>
          <p:nvPr/>
        </p:nvSpPr>
        <p:spPr>
          <a:xfrm>
            <a:off x="3619500" y="3365500"/>
            <a:ext cx="22352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membres communauté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55C679A-55D1-429F-B1F1-D06155480972}"/>
              </a:ext>
            </a:extLst>
          </p:cNvPr>
          <p:cNvSpPr/>
          <p:nvPr/>
        </p:nvSpPr>
        <p:spPr>
          <a:xfrm>
            <a:off x="6184900" y="2222500"/>
            <a:ext cx="2540000" cy="1778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6E403D6-5D3C-4554-B168-9A06F8B9AE45}"/>
              </a:ext>
            </a:extLst>
          </p:cNvPr>
          <p:cNvSpPr/>
          <p:nvPr/>
        </p:nvSpPr>
        <p:spPr>
          <a:xfrm>
            <a:off x="6184900" y="2222500"/>
            <a:ext cx="2540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9671DC6-E614-47F9-8DDA-448013C82D8F}"/>
              </a:ext>
            </a:extLst>
          </p:cNvPr>
          <p:cNvSpPr txBox="1"/>
          <p:nvPr/>
        </p:nvSpPr>
        <p:spPr>
          <a:xfrm>
            <a:off x="6337300" y="2540000"/>
            <a:ext cx="22352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400" b="1">
                <a:solidFill>
                  <a:srgbClr val="21C47B"/>
                </a:solidFill>
                <a:latin typeface="Montserrat"/>
              </a:rPr>
              <a:t>3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C6F2DBC-757C-447D-9EFE-DDB5418FDE63}"/>
              </a:ext>
            </a:extLst>
          </p:cNvPr>
          <p:cNvSpPr txBox="1"/>
          <p:nvPr/>
        </p:nvSpPr>
        <p:spPr>
          <a:xfrm>
            <a:off x="6337300" y="3365500"/>
            <a:ext cx="22352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chaînes TV nationales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97D5163-1200-4CAC-862E-E135970A6DD5}"/>
              </a:ext>
            </a:extLst>
          </p:cNvPr>
          <p:cNvSpPr/>
          <p:nvPr/>
        </p:nvSpPr>
        <p:spPr>
          <a:xfrm>
            <a:off x="8902700" y="2222500"/>
            <a:ext cx="2540000" cy="1778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BCED13E-BA4F-42BC-AB54-60C099903347}"/>
              </a:ext>
            </a:extLst>
          </p:cNvPr>
          <p:cNvSpPr/>
          <p:nvPr/>
        </p:nvSpPr>
        <p:spPr>
          <a:xfrm>
            <a:off x="8902700" y="2222500"/>
            <a:ext cx="2540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1953119A-7947-4CF4-B6B5-CE5054CB853A}"/>
              </a:ext>
            </a:extLst>
          </p:cNvPr>
          <p:cNvSpPr txBox="1"/>
          <p:nvPr/>
        </p:nvSpPr>
        <p:spPr>
          <a:xfrm>
            <a:off x="9055100" y="2540000"/>
            <a:ext cx="22352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400" b="1">
                <a:solidFill>
                  <a:srgbClr val="21C47B"/>
                </a:solidFill>
                <a:latin typeface="Montserrat"/>
              </a:rPr>
              <a:t>185 M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863881B8-34F2-45DC-A327-11DC23004E3C}"/>
              </a:ext>
            </a:extLst>
          </p:cNvPr>
          <p:cNvSpPr txBox="1"/>
          <p:nvPr/>
        </p:nvSpPr>
        <p:spPr>
          <a:xfrm>
            <a:off x="9055100" y="3365500"/>
            <a:ext cx="22352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vues Google Maps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144296F-86AF-46A7-A132-ACE224408CFC}"/>
              </a:ext>
            </a:extLst>
          </p:cNvPr>
          <p:cNvSpPr/>
          <p:nvPr/>
        </p:nvSpPr>
        <p:spPr>
          <a:xfrm>
            <a:off x="2108200" y="4178300"/>
            <a:ext cx="2540000" cy="1778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DFC0CB-2A03-49DE-B697-54266B5AFB19}"/>
              </a:ext>
            </a:extLst>
          </p:cNvPr>
          <p:cNvSpPr/>
          <p:nvPr/>
        </p:nvSpPr>
        <p:spPr>
          <a:xfrm>
            <a:off x="2108200" y="4178300"/>
            <a:ext cx="2540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803B6E99-0454-4D3D-8B13-88CD040009DD}"/>
              </a:ext>
            </a:extLst>
          </p:cNvPr>
          <p:cNvSpPr txBox="1"/>
          <p:nvPr/>
        </p:nvSpPr>
        <p:spPr>
          <a:xfrm>
            <a:off x="2260600" y="4495800"/>
            <a:ext cx="22352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400" b="1">
                <a:solidFill>
                  <a:srgbClr val="21C47B"/>
                </a:solidFill>
                <a:latin typeface="Montserrat"/>
              </a:rPr>
              <a:t>800 K+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30F81A3-C353-49CE-A491-CA0F170AA112}"/>
              </a:ext>
            </a:extLst>
          </p:cNvPr>
          <p:cNvSpPr txBox="1"/>
          <p:nvPr/>
        </p:nvSpPr>
        <p:spPr>
          <a:xfrm>
            <a:off x="2260600" y="5321300"/>
            <a:ext cx="22352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vues sur 500px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50677D8-861E-4756-9307-49CDAB530EA2}"/>
              </a:ext>
            </a:extLst>
          </p:cNvPr>
          <p:cNvSpPr/>
          <p:nvPr/>
        </p:nvSpPr>
        <p:spPr>
          <a:xfrm>
            <a:off x="4826000" y="4178300"/>
            <a:ext cx="2540000" cy="1778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6C5B41B-258F-4A78-9B94-F3EBD8306435}"/>
              </a:ext>
            </a:extLst>
          </p:cNvPr>
          <p:cNvSpPr/>
          <p:nvPr/>
        </p:nvSpPr>
        <p:spPr>
          <a:xfrm>
            <a:off x="4826000" y="4178300"/>
            <a:ext cx="2540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5BDD32E7-609B-479D-838D-C35FE471992B}"/>
              </a:ext>
            </a:extLst>
          </p:cNvPr>
          <p:cNvSpPr txBox="1"/>
          <p:nvPr/>
        </p:nvSpPr>
        <p:spPr>
          <a:xfrm>
            <a:off x="4978400" y="4495800"/>
            <a:ext cx="22352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400" b="1">
                <a:solidFill>
                  <a:srgbClr val="21C47B"/>
                </a:solidFill>
                <a:latin typeface="Montserrat"/>
              </a:rPr>
              <a:t>23,8 K</a:t>
            </a:r>
          </a:p>
        </p:txBody>
      </p:sp>
      <p:sp>
        <p:nvSpPr>
          <p:cNvPr id="29" name="ZoneTexte 28">
            <a:extLst>
              <a:ext uri="{FF2B5EF4-FFF2-40B4-BE49-F238E27FC236}">
                <a16:creationId xmlns:a16="http://schemas.microsoft.com/office/drawing/2014/main" id="{24F1BFF3-B9CB-4B73-9CE4-2B488A6AF897}"/>
              </a:ext>
            </a:extLst>
          </p:cNvPr>
          <p:cNvSpPr txBox="1"/>
          <p:nvPr/>
        </p:nvSpPr>
        <p:spPr>
          <a:xfrm>
            <a:off x="4978400" y="5321300"/>
            <a:ext cx="22352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abonnés Instagram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24497CCD-B293-4C67-AF54-AC8F763C984B}"/>
              </a:ext>
            </a:extLst>
          </p:cNvPr>
          <p:cNvSpPr/>
          <p:nvPr/>
        </p:nvSpPr>
        <p:spPr>
          <a:xfrm>
            <a:off x="7543800" y="4178300"/>
            <a:ext cx="2540000" cy="1778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75EF436-74FD-4E47-ABF1-FCE80B85254F}"/>
              </a:ext>
            </a:extLst>
          </p:cNvPr>
          <p:cNvSpPr/>
          <p:nvPr/>
        </p:nvSpPr>
        <p:spPr>
          <a:xfrm>
            <a:off x="7543800" y="4178300"/>
            <a:ext cx="2540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6859E611-8291-46D0-94D7-43325D5D95CF}"/>
              </a:ext>
            </a:extLst>
          </p:cNvPr>
          <p:cNvSpPr txBox="1"/>
          <p:nvPr/>
        </p:nvSpPr>
        <p:spPr>
          <a:xfrm>
            <a:off x="7696200" y="4495800"/>
            <a:ext cx="2235200" cy="698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400" b="1">
                <a:solidFill>
                  <a:srgbClr val="21C47B"/>
                </a:solidFill>
                <a:latin typeface="Montserrat"/>
              </a:rPr>
              <a:t>22,3 K</a:t>
            </a:r>
          </a:p>
        </p:txBody>
      </p:sp>
      <p:sp>
        <p:nvSpPr>
          <p:cNvPr id="33" name="ZoneTexte 32">
            <a:extLst>
              <a:ext uri="{FF2B5EF4-FFF2-40B4-BE49-F238E27FC236}">
                <a16:creationId xmlns:a16="http://schemas.microsoft.com/office/drawing/2014/main" id="{7168E0A9-B0D6-4080-894F-2CF11ADCDD74}"/>
              </a:ext>
            </a:extLst>
          </p:cNvPr>
          <p:cNvSpPr txBox="1"/>
          <p:nvPr/>
        </p:nvSpPr>
        <p:spPr>
          <a:xfrm>
            <a:off x="7696200" y="5321300"/>
            <a:ext cx="2235200" cy="5715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abonnés TikTok</a:t>
            </a:r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73A9F240-751F-4457-B8EA-52ED28343D45}"/>
              </a:ext>
            </a:extLst>
          </p:cNvPr>
          <p:cNvSpPr txBox="1"/>
          <p:nvPr/>
        </p:nvSpPr>
        <p:spPr>
          <a:xfrm>
            <a:off x="10414000" y="6350000"/>
            <a:ext cx="127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7B95A3"/>
                </a:solidFill>
                <a:latin typeface="Montserrat"/>
              </a:rPr>
              <a:t>05 / 13</a:t>
            </a:r>
          </a:p>
        </p:txBody>
      </p:sp>
    </p:spTree>
    <p:extLst>
      <p:ext uri="{BB962C8B-B14F-4D97-AF65-F5344CB8AC3E}">
        <p14:creationId xmlns:p14="http://schemas.microsoft.com/office/powerpoint/2010/main" val="5593670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1F12A77-E005-4F3B-8861-FDAFFF7EA29C}"/>
              </a:ext>
            </a:extLst>
          </p:cNvPr>
          <p:cNvSpPr txBox="1"/>
          <p:nvPr/>
        </p:nvSpPr>
        <p:spPr>
          <a:xfrm>
            <a:off x="1016000" y="762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21C47B"/>
                </a:solidFill>
                <a:latin typeface="Montserrat"/>
              </a:rPr>
              <a:t>PROJET SENTINELLE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7E0C1139-54D0-46C5-8832-C508078EE7D3}"/>
              </a:ext>
            </a:extLst>
          </p:cNvPr>
          <p:cNvSpPr txBox="1"/>
          <p:nvPr/>
        </p:nvSpPr>
        <p:spPr>
          <a:xfrm>
            <a:off x="1016000" y="1079500"/>
            <a:ext cx="1016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200" b="1">
                <a:solidFill>
                  <a:srgbClr val="FFFFFF"/>
                </a:solidFill>
                <a:latin typeface="Montserrat"/>
              </a:rPr>
              <a:t>Une trajectoire d'engagement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DD4FAAB-1341-46D0-AE27-CD956EDFBB37}"/>
              </a:ext>
            </a:extLst>
          </p:cNvPr>
          <p:cNvSpPr/>
          <p:nvPr/>
        </p:nvSpPr>
        <p:spPr>
          <a:xfrm>
            <a:off x="1016000" y="1778000"/>
            <a:ext cx="508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A940B8-50A5-4A24-BE18-BBFB50409FB3}"/>
              </a:ext>
            </a:extLst>
          </p:cNvPr>
          <p:cNvSpPr/>
          <p:nvPr/>
        </p:nvSpPr>
        <p:spPr>
          <a:xfrm>
            <a:off x="1270000" y="3276600"/>
            <a:ext cx="9652000" cy="254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58E3B9AD-3A81-4BFD-B457-8056CDB56950}"/>
              </a:ext>
            </a:extLst>
          </p:cNvPr>
          <p:cNvSpPr/>
          <p:nvPr/>
        </p:nvSpPr>
        <p:spPr>
          <a:xfrm>
            <a:off x="2298700" y="3111500"/>
            <a:ext cx="355600" cy="3556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7" name="Ellipse 6">
            <a:extLst>
              <a:ext uri="{FF2B5EF4-FFF2-40B4-BE49-F238E27FC236}">
                <a16:creationId xmlns:a16="http://schemas.microsoft.com/office/drawing/2014/main" id="{0C8E5E0E-1596-4D5C-84B9-903CC3F7B17D}"/>
              </a:ext>
            </a:extLst>
          </p:cNvPr>
          <p:cNvSpPr/>
          <p:nvPr/>
        </p:nvSpPr>
        <p:spPr>
          <a:xfrm>
            <a:off x="2413000" y="3225800"/>
            <a:ext cx="127000" cy="127000"/>
          </a:xfrm>
          <a:prstGeom prst="ellipse">
            <a:avLst/>
          </a:prstGeom>
          <a:solidFill>
            <a:srgbClr val="0C22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1519761-C4E4-437D-B3DE-70915D00959B}"/>
              </a:ext>
            </a:extLst>
          </p:cNvPr>
          <p:cNvSpPr txBox="1"/>
          <p:nvPr/>
        </p:nvSpPr>
        <p:spPr>
          <a:xfrm>
            <a:off x="1714500" y="2476500"/>
            <a:ext cx="152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000" b="1">
                <a:solidFill>
                  <a:srgbClr val="21C47B"/>
                </a:solidFill>
                <a:latin typeface="Montserrat"/>
              </a:rPr>
              <a:t>2016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58EE9486-F99C-4183-ABC4-0B745E0B5F75}"/>
              </a:ext>
            </a:extLst>
          </p:cNvPr>
          <p:cNvSpPr txBox="1"/>
          <p:nvPr/>
        </p:nvSpPr>
        <p:spPr>
          <a:xfrm>
            <a:off x="1397000" y="3746500"/>
            <a:ext cx="2159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  <a:latin typeface="Montserrat"/>
              </a:rPr>
              <a:t>Genèse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EB031920-80E3-4729-AC15-CA9EFF761C54}"/>
              </a:ext>
            </a:extLst>
          </p:cNvPr>
          <p:cNvSpPr txBox="1"/>
          <p:nvPr/>
        </p:nvSpPr>
        <p:spPr>
          <a:xfrm>
            <a:off x="1333500" y="4127500"/>
            <a:ext cx="2286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Premières plongées de documentation environnementale dans les Calanques de Marseille</a:t>
            </a:r>
          </a:p>
        </p:txBody>
      </p:sp>
      <p:sp>
        <p:nvSpPr>
          <p:cNvPr id="11" name="Ellipse 10">
            <a:extLst>
              <a:ext uri="{FF2B5EF4-FFF2-40B4-BE49-F238E27FC236}">
                <a16:creationId xmlns:a16="http://schemas.microsoft.com/office/drawing/2014/main" id="{9701E01A-E5B2-4FE9-BA0A-E71A3BC02E4B}"/>
              </a:ext>
            </a:extLst>
          </p:cNvPr>
          <p:cNvSpPr/>
          <p:nvPr/>
        </p:nvSpPr>
        <p:spPr>
          <a:xfrm>
            <a:off x="4711700" y="3111500"/>
            <a:ext cx="355600" cy="3556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535D691A-B7E6-450C-9A86-340DF0F56929}"/>
              </a:ext>
            </a:extLst>
          </p:cNvPr>
          <p:cNvSpPr/>
          <p:nvPr/>
        </p:nvSpPr>
        <p:spPr>
          <a:xfrm>
            <a:off x="4826000" y="3225800"/>
            <a:ext cx="127000" cy="127000"/>
          </a:xfrm>
          <a:prstGeom prst="ellipse">
            <a:avLst/>
          </a:prstGeom>
          <a:solidFill>
            <a:srgbClr val="0C22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57A2274-BF2D-48F5-A258-624EF4B3AC02}"/>
              </a:ext>
            </a:extLst>
          </p:cNvPr>
          <p:cNvSpPr txBox="1"/>
          <p:nvPr/>
        </p:nvSpPr>
        <p:spPr>
          <a:xfrm>
            <a:off x="4127500" y="2476500"/>
            <a:ext cx="152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000" b="1">
                <a:solidFill>
                  <a:srgbClr val="21C47B"/>
                </a:solidFill>
                <a:latin typeface="Montserrat"/>
              </a:rPr>
              <a:t>2018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6E3A283D-E22C-4B59-8F12-F0866A4DBE87}"/>
              </a:ext>
            </a:extLst>
          </p:cNvPr>
          <p:cNvSpPr txBox="1"/>
          <p:nvPr/>
        </p:nvSpPr>
        <p:spPr>
          <a:xfrm>
            <a:off x="3810000" y="3746500"/>
            <a:ext cx="2159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  <a:latin typeface="Montserrat"/>
              </a:rPr>
              <a:t>Communauté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8B46F15-7CB4-4BF9-8C15-9B23B55076F4}"/>
              </a:ext>
            </a:extLst>
          </p:cNvPr>
          <p:cNvSpPr txBox="1"/>
          <p:nvPr/>
        </p:nvSpPr>
        <p:spPr>
          <a:xfrm>
            <a:off x="3746500" y="4127500"/>
            <a:ext cx="2286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Création du groupe Facebook "Amoureux des Calanques de Marseille" — aujourd'hui 132 000 membres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D59E6FF8-6333-49E1-A2E6-F65A75B9977C}"/>
              </a:ext>
            </a:extLst>
          </p:cNvPr>
          <p:cNvSpPr/>
          <p:nvPr/>
        </p:nvSpPr>
        <p:spPr>
          <a:xfrm>
            <a:off x="7124700" y="3111500"/>
            <a:ext cx="355600" cy="3556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F1CE532-52F2-4CDE-BDF4-9A6BF8CE1342}"/>
              </a:ext>
            </a:extLst>
          </p:cNvPr>
          <p:cNvSpPr/>
          <p:nvPr/>
        </p:nvSpPr>
        <p:spPr>
          <a:xfrm>
            <a:off x="7239000" y="3225800"/>
            <a:ext cx="127000" cy="127000"/>
          </a:xfrm>
          <a:prstGeom prst="ellipse">
            <a:avLst/>
          </a:prstGeom>
          <a:solidFill>
            <a:srgbClr val="0C22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1DCD2468-5F40-401F-9CB0-1F14D6DEF11B}"/>
              </a:ext>
            </a:extLst>
          </p:cNvPr>
          <p:cNvSpPr txBox="1"/>
          <p:nvPr/>
        </p:nvSpPr>
        <p:spPr>
          <a:xfrm>
            <a:off x="6540500" y="2476500"/>
            <a:ext cx="152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000" b="1">
                <a:solidFill>
                  <a:srgbClr val="21C47B"/>
                </a:solidFill>
                <a:latin typeface="Montserrat"/>
              </a:rPr>
              <a:t>2022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DCA3F6E-CDE4-4075-A6D7-D40EA1E6E0ED}"/>
              </a:ext>
            </a:extLst>
          </p:cNvPr>
          <p:cNvSpPr txBox="1"/>
          <p:nvPr/>
        </p:nvSpPr>
        <p:spPr>
          <a:xfrm>
            <a:off x="6223000" y="3746500"/>
            <a:ext cx="2159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  <a:latin typeface="Montserrat"/>
              </a:rPr>
              <a:t>Projet Sentinelle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5F29607-EE7C-4F0D-990C-094A93ADA5A1}"/>
              </a:ext>
            </a:extLst>
          </p:cNvPr>
          <p:cNvSpPr txBox="1"/>
          <p:nvPr/>
        </p:nvSpPr>
        <p:spPr>
          <a:xfrm>
            <a:off x="6159500" y="4127500"/>
            <a:ext cx="2286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Intégration de Team Oxygen pour la 1ère édition de l'opération de dépollution des Calanques en apnée</a:t>
            </a:r>
          </a:p>
        </p:txBody>
      </p:sp>
      <p:sp>
        <p:nvSpPr>
          <p:cNvPr id="21" name="Ellipse 20">
            <a:extLst>
              <a:ext uri="{FF2B5EF4-FFF2-40B4-BE49-F238E27FC236}">
                <a16:creationId xmlns:a16="http://schemas.microsoft.com/office/drawing/2014/main" id="{D51FFB0C-0B7B-4DE3-B99B-2BDF425E9039}"/>
              </a:ext>
            </a:extLst>
          </p:cNvPr>
          <p:cNvSpPr/>
          <p:nvPr/>
        </p:nvSpPr>
        <p:spPr>
          <a:xfrm>
            <a:off x="9537700" y="3111500"/>
            <a:ext cx="355600" cy="3556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2" name="Ellipse 21">
            <a:extLst>
              <a:ext uri="{FF2B5EF4-FFF2-40B4-BE49-F238E27FC236}">
                <a16:creationId xmlns:a16="http://schemas.microsoft.com/office/drawing/2014/main" id="{A394DA37-8BEA-4A21-9265-80B36B8744DB}"/>
              </a:ext>
            </a:extLst>
          </p:cNvPr>
          <p:cNvSpPr/>
          <p:nvPr/>
        </p:nvSpPr>
        <p:spPr>
          <a:xfrm>
            <a:off x="9652000" y="3225800"/>
            <a:ext cx="127000" cy="127000"/>
          </a:xfrm>
          <a:prstGeom prst="ellipse">
            <a:avLst/>
          </a:prstGeom>
          <a:solidFill>
            <a:srgbClr val="0C22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63B964CC-C541-45EA-B568-E842C34D76EF}"/>
              </a:ext>
            </a:extLst>
          </p:cNvPr>
          <p:cNvSpPr txBox="1"/>
          <p:nvPr/>
        </p:nvSpPr>
        <p:spPr>
          <a:xfrm>
            <a:off x="8953500" y="2476500"/>
            <a:ext cx="1524000" cy="508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000" b="1">
                <a:solidFill>
                  <a:srgbClr val="21C47B"/>
                </a:solidFill>
                <a:latin typeface="Montserrat"/>
              </a:rPr>
              <a:t>2026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10389335-A978-4D41-AA03-08586338CBDA}"/>
              </a:ext>
            </a:extLst>
          </p:cNvPr>
          <p:cNvSpPr txBox="1"/>
          <p:nvPr/>
        </p:nvSpPr>
        <p:spPr>
          <a:xfrm>
            <a:off x="8636000" y="3746500"/>
            <a:ext cx="2159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600" b="1">
                <a:solidFill>
                  <a:srgbClr val="FFFFFF"/>
                </a:solidFill>
                <a:latin typeface="Montserrat"/>
              </a:rPr>
              <a:t>Aujourd'hui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585F1DD6-1048-4DA8-8599-D83EE1C2074E}"/>
              </a:ext>
            </a:extLst>
          </p:cNvPr>
          <p:cNvSpPr txBox="1"/>
          <p:nvPr/>
        </p:nvSpPr>
        <p:spPr>
          <a:xfrm>
            <a:off x="8572500" y="4127500"/>
            <a:ext cx="2286000" cy="1143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Élu président de Team Oxygen · 5ème édition du Projet Sentinelle prévue en octobre 2026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FA488272-5453-4171-B01F-2457957EBBCB}"/>
              </a:ext>
            </a:extLst>
          </p:cNvPr>
          <p:cNvSpPr txBox="1"/>
          <p:nvPr/>
        </p:nvSpPr>
        <p:spPr>
          <a:xfrm>
            <a:off x="1143000" y="6451600"/>
            <a:ext cx="1016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i="1" dirty="0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« Chaque plongée est un acte de documentation et de réparation. »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1DE95B3-20ED-44C2-8247-99E2F475D307}"/>
              </a:ext>
            </a:extLst>
          </p:cNvPr>
          <p:cNvSpPr txBox="1"/>
          <p:nvPr/>
        </p:nvSpPr>
        <p:spPr>
          <a:xfrm>
            <a:off x="10414000" y="6350000"/>
            <a:ext cx="127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7B95A3"/>
                </a:solidFill>
                <a:latin typeface="Montserrat"/>
              </a:rPr>
              <a:t>06 / 13</a:t>
            </a:r>
          </a:p>
        </p:txBody>
      </p:sp>
      <p:sp>
        <p:nvSpPr>
          <p:cNvPr id="201" name="PhotoPlaceholder_201"/>
          <p:cNvSpPr>
            <a:spLocks noGrp="1"/>
          </p:cNvSpPr>
          <p:nvPr/>
        </p:nvSpPr>
        <p:spPr>
          <a:xfrm>
            <a:off x="1301750" y="5143500"/>
            <a:ext cx="2032000" cy="12065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2" name="PhotoPlaceholder_202"/>
          <p:cNvSpPr>
            <a:spLocks noGrp="1"/>
          </p:cNvSpPr>
          <p:nvPr/>
        </p:nvSpPr>
        <p:spPr>
          <a:xfrm>
            <a:off x="3746500" y="5143500"/>
            <a:ext cx="2032000" cy="120650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03" name="PhotoPlaceholder_203"/>
          <p:cNvSpPr>
            <a:spLocks noGrp="1"/>
          </p:cNvSpPr>
          <p:nvPr/>
        </p:nvSpPr>
        <p:spPr>
          <a:xfrm>
            <a:off x="6159500" y="5143500"/>
            <a:ext cx="2032000" cy="1206500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1ED0D3AA-5AAB-417E-9E63-9300E41903B6}"/>
              </a:ext>
            </a:extLst>
          </p:cNvPr>
          <p:cNvSpPr txBox="1"/>
          <p:nvPr/>
        </p:nvSpPr>
        <p:spPr>
          <a:xfrm>
            <a:off x="1587500" y="1689100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 dirty="0">
                <a:solidFill>
                  <a:srgbClr val="21C47B"/>
                </a:solidFill>
                <a:latin typeface="Montserrat"/>
                <a:hlinkClick r:id="rId5"/>
              </a:rPr>
              <a:t>karimsaari.com/</a:t>
            </a:r>
            <a:r>
              <a:rPr lang="fr-FR" sz="900" dirty="0" err="1">
                <a:solidFill>
                  <a:srgbClr val="21C47B"/>
                </a:solidFill>
                <a:latin typeface="Montserrat"/>
                <a:hlinkClick r:id="rId5"/>
              </a:rPr>
              <a:t>depollution</a:t>
            </a:r>
            <a:r>
              <a:rPr lang="fr-FR" sz="900" dirty="0">
                <a:solidFill>
                  <a:srgbClr val="21C47B"/>
                </a:solidFill>
                <a:latin typeface="Montserrat"/>
                <a:hlinkClick r:id="rId5"/>
              </a:rPr>
              <a:t>-marine</a:t>
            </a:r>
            <a:endParaRPr lang="fr-FR" sz="900" dirty="0">
              <a:solidFill>
                <a:srgbClr val="21C47B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0651517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F22D1337-A356-48D0-9E35-7F875C390BF9}"/>
              </a:ext>
            </a:extLst>
          </p:cNvPr>
          <p:cNvSpPr txBox="1"/>
          <p:nvPr/>
        </p:nvSpPr>
        <p:spPr>
          <a:xfrm>
            <a:off x="1016000" y="762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21C47B"/>
                </a:solidFill>
                <a:latin typeface="Montserrat"/>
              </a:rPr>
              <a:t>ANGLES RÉDACTIONNELS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C8CB1F7E-D24D-432E-9E1F-833C3BE4A508}"/>
              </a:ext>
            </a:extLst>
          </p:cNvPr>
          <p:cNvSpPr txBox="1"/>
          <p:nvPr/>
        </p:nvSpPr>
        <p:spPr>
          <a:xfrm>
            <a:off x="1016000" y="1079500"/>
            <a:ext cx="1016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200" b="1">
                <a:solidFill>
                  <a:srgbClr val="FFFFFF"/>
                </a:solidFill>
                <a:latin typeface="Montserrat"/>
              </a:rPr>
              <a:t>5 sujets pour les rédactions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97CEA0F-4469-417F-852F-6425E99A5CF3}"/>
              </a:ext>
            </a:extLst>
          </p:cNvPr>
          <p:cNvSpPr/>
          <p:nvPr/>
        </p:nvSpPr>
        <p:spPr>
          <a:xfrm>
            <a:off x="1016000" y="1778000"/>
            <a:ext cx="508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3B989DF-ABC1-41CA-B0A2-E42CD32C0FE1}"/>
              </a:ext>
            </a:extLst>
          </p:cNvPr>
          <p:cNvSpPr txBox="1"/>
          <p:nvPr/>
        </p:nvSpPr>
        <p:spPr>
          <a:xfrm>
            <a:off x="1016000" y="21971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600" b="1">
                <a:solidFill>
                  <a:srgbClr val="21C47B"/>
                </a:solidFill>
                <a:latin typeface="Montserrat"/>
              </a:rPr>
              <a:t>01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D57FE44-183E-4137-A18B-1812DDA6A03A}"/>
              </a:ext>
            </a:extLst>
          </p:cNvPr>
          <p:cNvSpPr/>
          <p:nvPr/>
        </p:nvSpPr>
        <p:spPr>
          <a:xfrm>
            <a:off x="2095500" y="2247900"/>
            <a:ext cx="25400" cy="5334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5B55B56-352A-4D28-8A49-35EC08A89E0A}"/>
              </a:ext>
            </a:extLst>
          </p:cNvPr>
          <p:cNvSpPr txBox="1"/>
          <p:nvPr/>
        </p:nvSpPr>
        <p:spPr>
          <a:xfrm>
            <a:off x="2349500" y="21971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500" b="1">
                <a:solidFill>
                  <a:srgbClr val="FFFFFF"/>
                </a:solidFill>
                <a:latin typeface="Montserrat"/>
              </a:rPr>
              <a:t>L'apnée comme outil de documentation environnementale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08056617-9D1D-4DCF-AE38-07991BEEC5DA}"/>
              </a:ext>
            </a:extLst>
          </p:cNvPr>
          <p:cNvSpPr txBox="1"/>
          <p:nvPr/>
        </p:nvSpPr>
        <p:spPr>
          <a:xfrm>
            <a:off x="2349500" y="25273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Une approche silencieuse, sans bulles : ce que voit un apnéiste que le scaphandre ne peut filmer.</a:t>
            </a:r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4FC0E980-3C90-43E7-911B-73ECFE90B265}"/>
              </a:ext>
            </a:extLst>
          </p:cNvPr>
          <p:cNvSpPr txBox="1"/>
          <p:nvPr/>
        </p:nvSpPr>
        <p:spPr>
          <a:xfrm>
            <a:off x="1016000" y="30607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600" b="1">
                <a:solidFill>
                  <a:srgbClr val="21C47B"/>
                </a:solidFill>
                <a:latin typeface="Montserrat"/>
              </a:rPr>
              <a:t>02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3CD2410-CF2E-46C8-9271-E71B343F3F22}"/>
              </a:ext>
            </a:extLst>
          </p:cNvPr>
          <p:cNvSpPr/>
          <p:nvPr/>
        </p:nvSpPr>
        <p:spPr>
          <a:xfrm>
            <a:off x="2095500" y="3111500"/>
            <a:ext cx="25400" cy="5334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D36B8EC-DA46-496E-83CB-01EB338E8EE8}"/>
              </a:ext>
            </a:extLst>
          </p:cNvPr>
          <p:cNvSpPr txBox="1"/>
          <p:nvPr/>
        </p:nvSpPr>
        <p:spPr>
          <a:xfrm>
            <a:off x="2349500" y="30607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500" b="1">
                <a:solidFill>
                  <a:srgbClr val="FFFFFF"/>
                </a:solidFill>
                <a:latin typeface="Montserrat"/>
              </a:rPr>
              <a:t>Marseille, sentinelle de la Méditerranée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36CA7443-A385-4436-86B8-CE562DBAB22D}"/>
              </a:ext>
            </a:extLst>
          </p:cNvPr>
          <p:cNvSpPr txBox="1"/>
          <p:nvPr/>
        </p:nvSpPr>
        <p:spPr>
          <a:xfrm>
            <a:off x="2349500" y="33909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Le littoral phocéen comme observatoire avancé du dérèglement marin et de la pollution plastique.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B9DDC7AF-60C7-484E-A374-3C48EB99AF81}"/>
              </a:ext>
            </a:extLst>
          </p:cNvPr>
          <p:cNvSpPr txBox="1"/>
          <p:nvPr/>
        </p:nvSpPr>
        <p:spPr>
          <a:xfrm>
            <a:off x="1016000" y="39243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600" b="1">
                <a:solidFill>
                  <a:srgbClr val="21C47B"/>
                </a:solidFill>
                <a:latin typeface="Montserrat"/>
              </a:rPr>
              <a:t>03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36B97A7-6CE6-4488-A7CB-E64E5BC8E172}"/>
              </a:ext>
            </a:extLst>
          </p:cNvPr>
          <p:cNvSpPr/>
          <p:nvPr/>
        </p:nvSpPr>
        <p:spPr>
          <a:xfrm>
            <a:off x="2095500" y="3975100"/>
            <a:ext cx="25400" cy="5334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8F7EC400-4287-4B0D-A84D-827605D029E8}"/>
              </a:ext>
            </a:extLst>
          </p:cNvPr>
          <p:cNvSpPr txBox="1"/>
          <p:nvPr/>
        </p:nvSpPr>
        <p:spPr>
          <a:xfrm>
            <a:off x="2349500" y="39243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500" b="1">
                <a:solidFill>
                  <a:srgbClr val="FFFFFF"/>
                </a:solidFill>
                <a:latin typeface="Montserrat"/>
              </a:rPr>
              <a:t>Portrait : l'artiste engagé face à la pollution plastique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9D07290-6BAF-4E56-8CF2-31192727B8B0}"/>
              </a:ext>
            </a:extLst>
          </p:cNvPr>
          <p:cNvSpPr txBox="1"/>
          <p:nvPr/>
        </p:nvSpPr>
        <p:spPr>
          <a:xfrm>
            <a:off x="2349500" y="42545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Photographe primé sur 500px, militant terrain : l'image au service du témoignage et de l'action.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2C9212D-8B4E-4F31-8FDC-D36E1E057C0F}"/>
              </a:ext>
            </a:extLst>
          </p:cNvPr>
          <p:cNvSpPr txBox="1"/>
          <p:nvPr/>
        </p:nvSpPr>
        <p:spPr>
          <a:xfrm>
            <a:off x="1016000" y="47879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600" b="1">
                <a:solidFill>
                  <a:srgbClr val="21C47B"/>
                </a:solidFill>
                <a:latin typeface="Montserrat"/>
              </a:rPr>
              <a:t>04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AEE64DB-4B95-484C-A267-6740B8EB5974}"/>
              </a:ext>
            </a:extLst>
          </p:cNvPr>
          <p:cNvSpPr/>
          <p:nvPr/>
        </p:nvSpPr>
        <p:spPr>
          <a:xfrm>
            <a:off x="2095500" y="4838700"/>
            <a:ext cx="25400" cy="5334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23C5BD3D-DD36-468C-820B-917C4B64973E}"/>
              </a:ext>
            </a:extLst>
          </p:cNvPr>
          <p:cNvSpPr txBox="1"/>
          <p:nvPr/>
        </p:nvSpPr>
        <p:spPr>
          <a:xfrm>
            <a:off x="2349500" y="47879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500" b="1">
                <a:solidFill>
                  <a:srgbClr val="FFFFFF"/>
                </a:solidFill>
                <a:latin typeface="Montserrat"/>
              </a:rPr>
              <a:t>La communauté numérique au service de l'écologie terrain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3D8A5BE6-3A76-4B50-B930-9FF7A301CD0A}"/>
              </a:ext>
            </a:extLst>
          </p:cNvPr>
          <p:cNvSpPr txBox="1"/>
          <p:nvPr/>
        </p:nvSpPr>
        <p:spPr>
          <a:xfrm>
            <a:off x="2349500" y="51181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 dirty="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130 000 membres mobilisés en ligne, traduits en actions concrètes de dépollution sur le littoral.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D72AC9C9-D960-4344-89B2-0BF711315455}"/>
              </a:ext>
            </a:extLst>
          </p:cNvPr>
          <p:cNvSpPr txBox="1"/>
          <p:nvPr/>
        </p:nvSpPr>
        <p:spPr>
          <a:xfrm>
            <a:off x="1016000" y="5651500"/>
            <a:ext cx="889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600" b="1">
                <a:solidFill>
                  <a:srgbClr val="21C47B"/>
                </a:solidFill>
                <a:latin typeface="Montserrat"/>
              </a:rPr>
              <a:t>05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9F0A55-2EF1-412A-84BD-7A82E529F42B}"/>
              </a:ext>
            </a:extLst>
          </p:cNvPr>
          <p:cNvSpPr/>
          <p:nvPr/>
        </p:nvSpPr>
        <p:spPr>
          <a:xfrm>
            <a:off x="2095500" y="5702300"/>
            <a:ext cx="25400" cy="5334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88A2D9D6-0C95-46D6-8B18-E2015E0C021D}"/>
              </a:ext>
            </a:extLst>
          </p:cNvPr>
          <p:cNvSpPr txBox="1"/>
          <p:nvPr/>
        </p:nvSpPr>
        <p:spPr>
          <a:xfrm>
            <a:off x="2349500" y="56515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500" b="1">
                <a:solidFill>
                  <a:srgbClr val="FFFFFF"/>
                </a:solidFill>
                <a:latin typeface="Montserrat"/>
              </a:rPr>
              <a:t>Dynamique collective inter-associative en milieu marin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E5228716-13E1-4546-BF74-830D2C182238}"/>
              </a:ext>
            </a:extLst>
          </p:cNvPr>
          <p:cNvSpPr txBox="1"/>
          <p:nvPr/>
        </p:nvSpPr>
        <p:spPr>
          <a:xfrm>
            <a:off x="2349500" y="5981700"/>
            <a:ext cx="8826500" cy="330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Comment Team Oxygen fédère plongeurs, scientifiques et associations autour d'un objectif partagé.</a:t>
            </a: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2C0F42DF-1FA4-44F6-ABA0-D2163D8207B9}"/>
              </a:ext>
            </a:extLst>
          </p:cNvPr>
          <p:cNvSpPr txBox="1"/>
          <p:nvPr/>
        </p:nvSpPr>
        <p:spPr>
          <a:xfrm>
            <a:off x="10414000" y="6350000"/>
            <a:ext cx="127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7B95A3"/>
                </a:solidFill>
                <a:latin typeface="Montserrat"/>
              </a:rPr>
              <a:t>07 / 13</a:t>
            </a:r>
          </a:p>
        </p:txBody>
      </p:sp>
    </p:spTree>
    <p:extLst>
      <p:ext uri="{BB962C8B-B14F-4D97-AF65-F5344CB8AC3E}">
        <p14:creationId xmlns:p14="http://schemas.microsoft.com/office/powerpoint/2010/main" val="19840115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41A24EDE-522D-4445-8BA6-921254225E1F}"/>
              </a:ext>
            </a:extLst>
          </p:cNvPr>
          <p:cNvSpPr txBox="1"/>
          <p:nvPr/>
        </p:nvSpPr>
        <p:spPr>
          <a:xfrm>
            <a:off x="1016000" y="762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21C47B"/>
                </a:solidFill>
                <a:latin typeface="Montserrat"/>
              </a:rPr>
              <a:t>COUVERTURES MÉDIAS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451BBE54-B72E-461D-9794-F3B4A31221C3}"/>
              </a:ext>
            </a:extLst>
          </p:cNvPr>
          <p:cNvSpPr txBox="1"/>
          <p:nvPr/>
        </p:nvSpPr>
        <p:spPr>
          <a:xfrm>
            <a:off x="1016000" y="1079500"/>
            <a:ext cx="1016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200" b="1">
                <a:solidFill>
                  <a:srgbClr val="FFFFFF"/>
                </a:solidFill>
                <a:latin typeface="Montserrat"/>
              </a:rPr>
              <a:t>Ils ont parlé du projet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914622-A07B-4B15-9115-EA2013767793}"/>
              </a:ext>
            </a:extLst>
          </p:cNvPr>
          <p:cNvSpPr/>
          <p:nvPr/>
        </p:nvSpPr>
        <p:spPr>
          <a:xfrm>
            <a:off x="1016000" y="1778000"/>
            <a:ext cx="508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ED1B48-EE7B-412F-B31A-096E5DF34EC8}"/>
              </a:ext>
            </a:extLst>
          </p:cNvPr>
          <p:cNvSpPr/>
          <p:nvPr/>
        </p:nvSpPr>
        <p:spPr>
          <a:xfrm>
            <a:off x="965200" y="2222500"/>
            <a:ext cx="2413000" cy="1397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AC99506-7280-4B86-BF26-22F35FA32351}"/>
              </a:ext>
            </a:extLst>
          </p:cNvPr>
          <p:cNvSpPr/>
          <p:nvPr/>
        </p:nvSpPr>
        <p:spPr>
          <a:xfrm>
            <a:off x="965200" y="2222500"/>
            <a:ext cx="38100" cy="1397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29160D4E-822A-4C45-ABB7-545DC85EAECE}"/>
              </a:ext>
            </a:extLst>
          </p:cNvPr>
          <p:cNvSpPr txBox="1"/>
          <p:nvPr/>
        </p:nvSpPr>
        <p:spPr>
          <a:xfrm>
            <a:off x="1193800" y="2425700"/>
            <a:ext cx="2057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b="1">
                <a:solidFill>
                  <a:srgbClr val="FFFFFF"/>
                </a:solidFill>
                <a:latin typeface="Montserrat"/>
              </a:rPr>
              <a:t>ARTE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C4CDF5E5-2F55-4C2C-8E7D-185E8B735195}"/>
              </a:ext>
            </a:extLst>
          </p:cNvPr>
          <p:cNvSpPr txBox="1"/>
          <p:nvPr/>
        </p:nvSpPr>
        <p:spPr>
          <a:xfrm>
            <a:off x="1193800" y="2667000"/>
            <a:ext cx="2057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>
                <a:solidFill>
                  <a:srgbClr val="8FE3B8"/>
                </a:solidFill>
                <a:latin typeface="Open Sans"/>
              </a:rPr>
              <a:t>Chaîne TV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5143209-EECA-4485-B129-68E14D552309}"/>
              </a:ext>
            </a:extLst>
          </p:cNvPr>
          <p:cNvSpPr/>
          <p:nvPr/>
        </p:nvSpPr>
        <p:spPr>
          <a:xfrm>
            <a:off x="3581400" y="2222500"/>
            <a:ext cx="2413000" cy="1397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02E0923-9954-43E4-A910-CAA7A2E96BDC}"/>
              </a:ext>
            </a:extLst>
          </p:cNvPr>
          <p:cNvSpPr/>
          <p:nvPr/>
        </p:nvSpPr>
        <p:spPr>
          <a:xfrm>
            <a:off x="3581400" y="2222500"/>
            <a:ext cx="38100" cy="1397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55E4CEC8-57F4-40A0-9959-64D2E01EB5FA}"/>
              </a:ext>
            </a:extLst>
          </p:cNvPr>
          <p:cNvSpPr txBox="1"/>
          <p:nvPr/>
        </p:nvSpPr>
        <p:spPr>
          <a:xfrm>
            <a:off x="3810000" y="2425700"/>
            <a:ext cx="2057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b="1">
                <a:solidFill>
                  <a:srgbClr val="FFFFFF"/>
                </a:solidFill>
                <a:latin typeface="Montserrat"/>
              </a:rPr>
              <a:t>France 5 — Échappées Belles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A07B1634-2F6B-4837-8338-47A6B684A225}"/>
              </a:ext>
            </a:extLst>
          </p:cNvPr>
          <p:cNvSpPr txBox="1"/>
          <p:nvPr/>
        </p:nvSpPr>
        <p:spPr>
          <a:xfrm>
            <a:off x="3810000" y="2851150"/>
            <a:ext cx="2057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dirty="0">
                <a:solidFill>
                  <a:srgbClr val="8FE3B8"/>
                </a:solidFill>
                <a:latin typeface="Open Sans"/>
              </a:rPr>
              <a:t>Chaîne TV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7AA8E6B-D481-4006-80C3-D1F473D2F886}"/>
              </a:ext>
            </a:extLst>
          </p:cNvPr>
          <p:cNvSpPr/>
          <p:nvPr/>
        </p:nvSpPr>
        <p:spPr>
          <a:xfrm>
            <a:off x="6197600" y="2222500"/>
            <a:ext cx="2413000" cy="1397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2CC0D9D-D83E-47BF-8DF3-566B581562D0}"/>
              </a:ext>
            </a:extLst>
          </p:cNvPr>
          <p:cNvSpPr/>
          <p:nvPr/>
        </p:nvSpPr>
        <p:spPr>
          <a:xfrm>
            <a:off x="6197600" y="2222500"/>
            <a:ext cx="38100" cy="1397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3F39BBE7-AFF0-4B8B-B17B-50F063AFB868}"/>
              </a:ext>
            </a:extLst>
          </p:cNvPr>
          <p:cNvSpPr txBox="1"/>
          <p:nvPr/>
        </p:nvSpPr>
        <p:spPr>
          <a:xfrm>
            <a:off x="6426200" y="2425700"/>
            <a:ext cx="2057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b="1">
                <a:solidFill>
                  <a:srgbClr val="FFFFFF"/>
                </a:solidFill>
                <a:latin typeface="Montserrat"/>
              </a:rPr>
              <a:t>ARTE — Méduses Souveraines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9D313A56-530A-4E78-B357-ACEFDD09F442}"/>
              </a:ext>
            </a:extLst>
          </p:cNvPr>
          <p:cNvSpPr txBox="1"/>
          <p:nvPr/>
        </p:nvSpPr>
        <p:spPr>
          <a:xfrm>
            <a:off x="6438900" y="2859438"/>
            <a:ext cx="2057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dirty="0">
                <a:solidFill>
                  <a:srgbClr val="8FE3B8"/>
                </a:solidFill>
                <a:latin typeface="Open Sans"/>
              </a:rPr>
              <a:t>Documentaire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40D4EFA-8EED-43CC-83F0-3F072CD444F4}"/>
              </a:ext>
            </a:extLst>
          </p:cNvPr>
          <p:cNvSpPr/>
          <p:nvPr/>
        </p:nvSpPr>
        <p:spPr>
          <a:xfrm>
            <a:off x="8813800" y="2222500"/>
            <a:ext cx="2413000" cy="1397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F4B9B84-70F5-4432-AFAC-DD8639CC4259}"/>
              </a:ext>
            </a:extLst>
          </p:cNvPr>
          <p:cNvSpPr/>
          <p:nvPr/>
        </p:nvSpPr>
        <p:spPr>
          <a:xfrm>
            <a:off x="8813800" y="2222500"/>
            <a:ext cx="38100" cy="1397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4F5343A0-A797-4D90-B23E-383F666030AB}"/>
              </a:ext>
            </a:extLst>
          </p:cNvPr>
          <p:cNvSpPr txBox="1"/>
          <p:nvPr/>
        </p:nvSpPr>
        <p:spPr>
          <a:xfrm>
            <a:off x="9042400" y="2425700"/>
            <a:ext cx="2057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b="1">
                <a:solidFill>
                  <a:srgbClr val="FFFFFF"/>
                </a:solidFill>
                <a:latin typeface="Montserrat"/>
              </a:rPr>
              <a:t>France 3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58D38FE9-C323-41DB-B7B3-CE15F08E55EF}"/>
              </a:ext>
            </a:extLst>
          </p:cNvPr>
          <p:cNvSpPr txBox="1"/>
          <p:nvPr/>
        </p:nvSpPr>
        <p:spPr>
          <a:xfrm>
            <a:off x="9042400" y="2667000"/>
            <a:ext cx="2057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>
                <a:solidFill>
                  <a:srgbClr val="8FE3B8"/>
                </a:solidFill>
                <a:latin typeface="Open Sans"/>
              </a:rPr>
              <a:t>Chaîne TV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1E3740A-173C-4574-A646-A712F4CC98B2}"/>
              </a:ext>
            </a:extLst>
          </p:cNvPr>
          <p:cNvSpPr/>
          <p:nvPr/>
        </p:nvSpPr>
        <p:spPr>
          <a:xfrm>
            <a:off x="965200" y="3822700"/>
            <a:ext cx="2413000" cy="1397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EC4935F-C9B9-4D8D-ABCA-29E131363877}"/>
              </a:ext>
            </a:extLst>
          </p:cNvPr>
          <p:cNvSpPr/>
          <p:nvPr/>
        </p:nvSpPr>
        <p:spPr>
          <a:xfrm>
            <a:off x="965200" y="3822700"/>
            <a:ext cx="38100" cy="1397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EDD2F9B3-0505-4296-9F39-AD04FC5CA54C}"/>
              </a:ext>
            </a:extLst>
          </p:cNvPr>
          <p:cNvSpPr txBox="1"/>
          <p:nvPr/>
        </p:nvSpPr>
        <p:spPr>
          <a:xfrm>
            <a:off x="1193800" y="4025900"/>
            <a:ext cx="2057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b="1">
                <a:solidFill>
                  <a:srgbClr val="FFFFFF"/>
                </a:solidFill>
                <a:latin typeface="Montserrat"/>
              </a:rPr>
              <a:t>La Provence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C6662494-6894-4D7A-8CBC-55D4B85CDA2B}"/>
              </a:ext>
            </a:extLst>
          </p:cNvPr>
          <p:cNvSpPr txBox="1"/>
          <p:nvPr/>
        </p:nvSpPr>
        <p:spPr>
          <a:xfrm>
            <a:off x="1193800" y="4267200"/>
            <a:ext cx="2057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>
                <a:solidFill>
                  <a:srgbClr val="8FE3B8"/>
                </a:solidFill>
                <a:latin typeface="Open Sans"/>
              </a:rPr>
              <a:t>Presse régionale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B642769-D2C1-45F8-95AF-536F7B2C62B8}"/>
              </a:ext>
            </a:extLst>
          </p:cNvPr>
          <p:cNvSpPr/>
          <p:nvPr/>
        </p:nvSpPr>
        <p:spPr>
          <a:xfrm>
            <a:off x="3581400" y="3822700"/>
            <a:ext cx="2413000" cy="1397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8F126DC-5008-4260-8CBA-0B04C5D58DDB}"/>
              </a:ext>
            </a:extLst>
          </p:cNvPr>
          <p:cNvSpPr/>
          <p:nvPr/>
        </p:nvSpPr>
        <p:spPr>
          <a:xfrm>
            <a:off x="3581400" y="3822700"/>
            <a:ext cx="38100" cy="1397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96019767-61D7-436F-A830-D23280A3F14A}"/>
              </a:ext>
            </a:extLst>
          </p:cNvPr>
          <p:cNvSpPr txBox="1"/>
          <p:nvPr/>
        </p:nvSpPr>
        <p:spPr>
          <a:xfrm>
            <a:off x="3810000" y="4025900"/>
            <a:ext cx="2057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b="1">
                <a:solidFill>
                  <a:srgbClr val="FFFFFF"/>
                </a:solidFill>
                <a:latin typeface="Montserrat"/>
              </a:rPr>
              <a:t>France Bleu</a:t>
            </a:r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7CECB92D-E6E5-41E1-A0EB-B524C46BC503}"/>
              </a:ext>
            </a:extLst>
          </p:cNvPr>
          <p:cNvSpPr txBox="1"/>
          <p:nvPr/>
        </p:nvSpPr>
        <p:spPr>
          <a:xfrm>
            <a:off x="3810000" y="4267200"/>
            <a:ext cx="2057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>
                <a:solidFill>
                  <a:srgbClr val="8FE3B8"/>
                </a:solidFill>
                <a:latin typeface="Open Sans"/>
              </a:rPr>
              <a:t>Radio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EEA7A1D-5401-4806-A1D0-F50280A86DE8}"/>
              </a:ext>
            </a:extLst>
          </p:cNvPr>
          <p:cNvSpPr/>
          <p:nvPr/>
        </p:nvSpPr>
        <p:spPr>
          <a:xfrm>
            <a:off x="6197600" y="3822700"/>
            <a:ext cx="2413000" cy="1397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F245BE5-A679-4C39-9C43-8AC9262206E8}"/>
              </a:ext>
            </a:extLst>
          </p:cNvPr>
          <p:cNvSpPr/>
          <p:nvPr/>
        </p:nvSpPr>
        <p:spPr>
          <a:xfrm>
            <a:off x="6197600" y="3822700"/>
            <a:ext cx="38100" cy="1397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A686F08B-9179-4588-B31F-902795906F25}"/>
              </a:ext>
            </a:extLst>
          </p:cNvPr>
          <p:cNvSpPr txBox="1"/>
          <p:nvPr/>
        </p:nvSpPr>
        <p:spPr>
          <a:xfrm>
            <a:off x="6426200" y="4025900"/>
            <a:ext cx="2057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b="1">
                <a:solidFill>
                  <a:srgbClr val="FFFFFF"/>
                </a:solidFill>
                <a:latin typeface="Montserrat"/>
              </a:rPr>
              <a:t>TF1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000671F0-835F-4259-897A-CA0D58B7994B}"/>
              </a:ext>
            </a:extLst>
          </p:cNvPr>
          <p:cNvSpPr txBox="1"/>
          <p:nvPr/>
        </p:nvSpPr>
        <p:spPr>
          <a:xfrm>
            <a:off x="6426200" y="4267200"/>
            <a:ext cx="2057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>
                <a:solidFill>
                  <a:srgbClr val="8FE3B8"/>
                </a:solidFill>
                <a:latin typeface="Open Sans"/>
              </a:rPr>
              <a:t>Chaîne TV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3E6CDB1-1D8C-4F3F-86E3-49C16F168A16}"/>
              </a:ext>
            </a:extLst>
          </p:cNvPr>
          <p:cNvSpPr/>
          <p:nvPr/>
        </p:nvSpPr>
        <p:spPr>
          <a:xfrm>
            <a:off x="8813800" y="3822700"/>
            <a:ext cx="2413000" cy="1397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653A7F0-64F6-4FB7-A9D9-3CBEA7BB5BF4}"/>
              </a:ext>
            </a:extLst>
          </p:cNvPr>
          <p:cNvSpPr/>
          <p:nvPr/>
        </p:nvSpPr>
        <p:spPr>
          <a:xfrm>
            <a:off x="8813800" y="3822700"/>
            <a:ext cx="38100" cy="1397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FEB6D37A-0DB5-46EB-975C-43069E2B0295}"/>
              </a:ext>
            </a:extLst>
          </p:cNvPr>
          <p:cNvSpPr txBox="1"/>
          <p:nvPr/>
        </p:nvSpPr>
        <p:spPr>
          <a:xfrm>
            <a:off x="9042400" y="4025900"/>
            <a:ext cx="20574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b="1">
                <a:solidFill>
                  <a:srgbClr val="FFFFFF"/>
                </a:solidFill>
                <a:latin typeface="Montserrat"/>
              </a:rPr>
              <a:t>Fondation de la Mer</a:t>
            </a:r>
          </a:p>
        </p:txBody>
      </p:sp>
      <p:sp>
        <p:nvSpPr>
          <p:cNvPr id="36" name="ZoneTexte 35">
            <a:extLst>
              <a:ext uri="{FF2B5EF4-FFF2-40B4-BE49-F238E27FC236}">
                <a16:creationId xmlns:a16="http://schemas.microsoft.com/office/drawing/2014/main" id="{B542B3D4-01E7-47A9-A935-DB84A3C385BD}"/>
              </a:ext>
            </a:extLst>
          </p:cNvPr>
          <p:cNvSpPr txBox="1"/>
          <p:nvPr/>
        </p:nvSpPr>
        <p:spPr>
          <a:xfrm>
            <a:off x="9042400" y="4267200"/>
            <a:ext cx="20574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>
                <a:solidFill>
                  <a:srgbClr val="8FE3B8"/>
                </a:solidFill>
                <a:latin typeface="Open Sans"/>
              </a:rPr>
              <a:t>Institution</a:t>
            </a: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04FBCE3A-4F02-493C-BF7F-7E7406D33D7C}"/>
              </a:ext>
            </a:extLst>
          </p:cNvPr>
          <p:cNvSpPr txBox="1"/>
          <p:nvPr/>
        </p:nvSpPr>
        <p:spPr>
          <a:xfrm>
            <a:off x="1016000" y="5588000"/>
            <a:ext cx="10160000" cy="381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300" i="1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Reportages, interviews, documentaires — présence médiatique depuis 10 ans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DC29ADA5-257D-4EB9-B07C-68296103C952}"/>
              </a:ext>
            </a:extLst>
          </p:cNvPr>
          <p:cNvSpPr txBox="1"/>
          <p:nvPr/>
        </p:nvSpPr>
        <p:spPr>
          <a:xfrm>
            <a:off x="10414000" y="6350000"/>
            <a:ext cx="127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7B95A3"/>
                </a:solidFill>
                <a:latin typeface="Montserrat"/>
              </a:rPr>
              <a:t>08 / 13</a:t>
            </a:r>
          </a:p>
        </p:txBody>
      </p:sp>
      <p:sp>
        <p:nvSpPr>
          <p:cNvPr id="300" name="URL_media_0"/>
          <p:cNvSpPr/>
          <p:nvPr/>
        </p:nvSpPr>
        <p:spPr>
          <a:xfrm>
            <a:off x="1206500" y="295275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fr-FR" sz="900" i="1" dirty="0">
                <a:solidFill>
                  <a:srgbClr val="7B95A3"/>
                </a:solidFill>
                <a:latin typeface="Open Sans"/>
              </a:rPr>
              <a:t>karimsaari.com/sauver-</a:t>
            </a:r>
            <a:r>
              <a:rPr lang="fr-FR" sz="900" i="1" dirty="0" err="1">
                <a:solidFill>
                  <a:srgbClr val="7B95A3"/>
                </a:solidFill>
                <a:latin typeface="Open Sans"/>
              </a:rPr>
              <a:t>marseille</a:t>
            </a:r>
            <a:r>
              <a:rPr lang="fr-FR" sz="900" i="1" dirty="0">
                <a:solidFill>
                  <a:srgbClr val="7B95A3"/>
                </a:solidFill>
                <a:latin typeface="Open Sans"/>
              </a:rPr>
              <a:t>-documentaire-</a:t>
            </a:r>
            <a:r>
              <a:rPr lang="fr-FR" sz="900" i="1" dirty="0" err="1">
                <a:solidFill>
                  <a:srgbClr val="7B95A3"/>
                </a:solidFill>
                <a:latin typeface="Open Sans"/>
              </a:rPr>
              <a:t>arte</a:t>
            </a:r>
            <a:endParaRPr lang="fr-FR" sz="900" i="1" dirty="0">
              <a:solidFill>
                <a:srgbClr val="7B95A3"/>
              </a:solidFill>
              <a:latin typeface="Open Sans"/>
            </a:endParaRPr>
          </a:p>
        </p:txBody>
      </p:sp>
      <p:sp>
        <p:nvSpPr>
          <p:cNvPr id="301" name="URL_media_1"/>
          <p:cNvSpPr/>
          <p:nvPr/>
        </p:nvSpPr>
        <p:spPr>
          <a:xfrm>
            <a:off x="3810000" y="3115778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fr-FR" sz="900" i="1" dirty="0">
                <a:solidFill>
                  <a:srgbClr val="7B95A3"/>
                </a:solidFill>
                <a:latin typeface="Open Sans"/>
              </a:rPr>
              <a:t>france.tv/france-5/</a:t>
            </a:r>
            <a:r>
              <a:rPr lang="fr-FR" sz="900" i="1" dirty="0" err="1">
                <a:solidFill>
                  <a:srgbClr val="7B95A3"/>
                </a:solidFill>
                <a:latin typeface="Open Sans"/>
              </a:rPr>
              <a:t>echappees</a:t>
            </a:r>
            <a:r>
              <a:rPr lang="fr-FR" sz="900" i="1" dirty="0">
                <a:solidFill>
                  <a:srgbClr val="7B95A3"/>
                </a:solidFill>
                <a:latin typeface="Open Sans"/>
              </a:rPr>
              <a:t>-belles/saison-18/5875509</a:t>
            </a:r>
          </a:p>
        </p:txBody>
      </p:sp>
      <p:sp>
        <p:nvSpPr>
          <p:cNvPr id="302" name="URL_media_2"/>
          <p:cNvSpPr/>
          <p:nvPr/>
        </p:nvSpPr>
        <p:spPr>
          <a:xfrm>
            <a:off x="6451600" y="3179478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fr-FR" sz="900" i="1" dirty="0">
                <a:solidFill>
                  <a:srgbClr val="7B95A3"/>
                </a:solidFill>
                <a:latin typeface="Open Sans"/>
              </a:rPr>
              <a:t>karimsaari.com/</a:t>
            </a:r>
            <a:r>
              <a:rPr lang="fr-FR" sz="900" i="1" dirty="0" err="1">
                <a:solidFill>
                  <a:srgbClr val="7B95A3"/>
                </a:solidFill>
                <a:latin typeface="Open Sans"/>
              </a:rPr>
              <a:t>meduses</a:t>
            </a:r>
            <a:r>
              <a:rPr lang="fr-FR" sz="900" i="1" dirty="0">
                <a:solidFill>
                  <a:srgbClr val="7B95A3"/>
                </a:solidFill>
                <a:latin typeface="Open Sans"/>
              </a:rPr>
              <a:t>-souveraines-</a:t>
            </a:r>
            <a:r>
              <a:rPr lang="fr-FR" sz="900" i="1" dirty="0" err="1">
                <a:solidFill>
                  <a:srgbClr val="7B95A3"/>
                </a:solidFill>
                <a:latin typeface="Open Sans"/>
              </a:rPr>
              <a:t>oceans</a:t>
            </a:r>
            <a:r>
              <a:rPr lang="fr-FR" sz="900" i="1" dirty="0">
                <a:solidFill>
                  <a:srgbClr val="7B95A3"/>
                </a:solidFill>
                <a:latin typeface="Open Sans"/>
              </a:rPr>
              <a:t>-documentaire-</a:t>
            </a:r>
            <a:r>
              <a:rPr lang="fr-FR" sz="900" i="1" dirty="0" err="1">
                <a:solidFill>
                  <a:srgbClr val="7B95A3"/>
                </a:solidFill>
                <a:latin typeface="Open Sans"/>
              </a:rPr>
              <a:t>arte</a:t>
            </a:r>
            <a:endParaRPr lang="fr-FR" sz="900" i="1" dirty="0">
              <a:solidFill>
                <a:srgbClr val="7B95A3"/>
              </a:solidFill>
              <a:latin typeface="Open Sans"/>
            </a:endParaRPr>
          </a:p>
        </p:txBody>
      </p:sp>
      <p:sp>
        <p:nvSpPr>
          <p:cNvPr id="303" name="URL_media_3"/>
          <p:cNvSpPr/>
          <p:nvPr/>
        </p:nvSpPr>
        <p:spPr>
          <a:xfrm>
            <a:off x="9042400" y="28956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fr-FR" sz="900" i="1">
                <a:solidFill>
                  <a:srgbClr val="7B95A3"/>
                </a:solidFill>
                <a:latin typeface="Open Sans"/>
              </a:rPr>
              <a:t>france3-regions.franceinfo.fr</a:t>
            </a:r>
          </a:p>
        </p:txBody>
      </p:sp>
      <p:sp>
        <p:nvSpPr>
          <p:cNvPr id="304" name="URL_media_4"/>
          <p:cNvSpPr/>
          <p:nvPr/>
        </p:nvSpPr>
        <p:spPr>
          <a:xfrm>
            <a:off x="1193800" y="44958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fr-FR" sz="900" i="1">
                <a:solidFill>
                  <a:srgbClr val="7B95A3"/>
                </a:solidFill>
                <a:latin typeface="Open Sans"/>
              </a:rPr>
              <a:t>laprovence.com</a:t>
            </a:r>
          </a:p>
        </p:txBody>
      </p:sp>
      <p:sp>
        <p:nvSpPr>
          <p:cNvPr id="305" name="URL_media_5"/>
          <p:cNvSpPr/>
          <p:nvPr/>
        </p:nvSpPr>
        <p:spPr>
          <a:xfrm>
            <a:off x="3810000" y="44958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fr-FR" sz="900" i="1">
                <a:solidFill>
                  <a:srgbClr val="7B95A3"/>
                </a:solidFill>
                <a:latin typeface="Open Sans"/>
              </a:rPr>
              <a:t>francebleu.fr</a:t>
            </a:r>
          </a:p>
        </p:txBody>
      </p:sp>
      <p:sp>
        <p:nvSpPr>
          <p:cNvPr id="306" name="URL_media_6"/>
          <p:cNvSpPr/>
          <p:nvPr/>
        </p:nvSpPr>
        <p:spPr>
          <a:xfrm>
            <a:off x="6426200" y="44958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fr-FR" sz="900" i="1">
                <a:solidFill>
                  <a:srgbClr val="7B95A3"/>
                </a:solidFill>
                <a:latin typeface="Open Sans"/>
              </a:rPr>
              <a:t>tf1info.fr</a:t>
            </a:r>
          </a:p>
        </p:txBody>
      </p:sp>
      <p:sp>
        <p:nvSpPr>
          <p:cNvPr id="307" name="URL_media_7"/>
          <p:cNvSpPr/>
          <p:nvPr/>
        </p:nvSpPr>
        <p:spPr>
          <a:xfrm>
            <a:off x="9042400" y="4572000"/>
            <a:ext cx="2057400" cy="203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fr-FR" sz="900" i="1" dirty="0">
                <a:solidFill>
                  <a:srgbClr val="7B95A3"/>
                </a:solidFill>
                <a:latin typeface="Open Sans"/>
              </a:rPr>
              <a:t>fondationdelamer.org/nos-</a:t>
            </a:r>
            <a:r>
              <a:rPr lang="fr-FR" sz="900" i="1" dirty="0" err="1">
                <a:solidFill>
                  <a:srgbClr val="7B95A3"/>
                </a:solidFill>
                <a:latin typeface="Open Sans"/>
              </a:rPr>
              <a:t>actualites</a:t>
            </a:r>
            <a:r>
              <a:rPr lang="fr-FR" sz="900" i="1" dirty="0">
                <a:solidFill>
                  <a:srgbClr val="7B95A3"/>
                </a:solidFill>
                <a:latin typeface="Open Sans"/>
              </a:rPr>
              <a:t>/projet-sentinelle</a:t>
            </a:r>
          </a:p>
        </p:txBody>
      </p:sp>
      <p:sp>
        <p:nvSpPr>
          <p:cNvPr id="39" name="ZoneTexte 38">
            <a:extLst>
              <a:ext uri="{FF2B5EF4-FFF2-40B4-BE49-F238E27FC236}">
                <a16:creationId xmlns:a16="http://schemas.microsoft.com/office/drawing/2014/main" id="{D0ABAC73-194D-400E-AE58-22CB7697E897}"/>
              </a:ext>
            </a:extLst>
          </p:cNvPr>
          <p:cNvSpPr txBox="1"/>
          <p:nvPr/>
        </p:nvSpPr>
        <p:spPr>
          <a:xfrm>
            <a:off x="4253948" y="1608488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 dirty="0">
                <a:solidFill>
                  <a:srgbClr val="21C47B"/>
                </a:solidFill>
                <a:latin typeface="Montserrat"/>
                <a:hlinkClick r:id="rId2"/>
              </a:rPr>
              <a:t>karimsaari.com/presse</a:t>
            </a:r>
            <a:endParaRPr lang="fr-FR" sz="900" dirty="0">
              <a:solidFill>
                <a:srgbClr val="21C47B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7725813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ZoneTexte 1">
            <a:extLst>
              <a:ext uri="{FF2B5EF4-FFF2-40B4-BE49-F238E27FC236}">
                <a16:creationId xmlns:a16="http://schemas.microsoft.com/office/drawing/2014/main" id="{E416E97A-7426-406A-8E32-69DE3F15661A}"/>
              </a:ext>
            </a:extLst>
          </p:cNvPr>
          <p:cNvSpPr txBox="1"/>
          <p:nvPr/>
        </p:nvSpPr>
        <p:spPr>
          <a:xfrm>
            <a:off x="1016000" y="762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21C47B"/>
                </a:solidFill>
                <a:latin typeface="Montserrat"/>
              </a:rPr>
              <a:t>RÉSEAUX SOCIAUX</a:t>
            </a: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F441351-88B1-463B-B97F-0205F3227F8C}"/>
              </a:ext>
            </a:extLst>
          </p:cNvPr>
          <p:cNvSpPr txBox="1"/>
          <p:nvPr/>
        </p:nvSpPr>
        <p:spPr>
          <a:xfrm>
            <a:off x="1016000" y="1079500"/>
            <a:ext cx="10160000" cy="635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3200" b="1" dirty="0">
                <a:solidFill>
                  <a:srgbClr val="FFFFFF"/>
                </a:solidFill>
                <a:latin typeface="Montserrat"/>
              </a:rPr>
              <a:t>Une communauté connectée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9BAF9F-60D1-4C47-9026-50A81D9B5709}"/>
              </a:ext>
            </a:extLst>
          </p:cNvPr>
          <p:cNvSpPr/>
          <p:nvPr/>
        </p:nvSpPr>
        <p:spPr>
          <a:xfrm>
            <a:off x="1016000" y="1778000"/>
            <a:ext cx="508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B727EA4-8B3E-47EC-B6CE-A80679FF82B8}"/>
              </a:ext>
            </a:extLst>
          </p:cNvPr>
          <p:cNvSpPr/>
          <p:nvPr/>
        </p:nvSpPr>
        <p:spPr>
          <a:xfrm>
            <a:off x="749300" y="2159000"/>
            <a:ext cx="2540000" cy="1651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Ellipse 5">
            <a:extLst>
              <a:ext uri="{FF2B5EF4-FFF2-40B4-BE49-F238E27FC236}">
                <a16:creationId xmlns:a16="http://schemas.microsoft.com/office/drawing/2014/main" id="{0C2A6B5B-246A-4F2C-B814-015B55409004}"/>
              </a:ext>
            </a:extLst>
          </p:cNvPr>
          <p:cNvSpPr/>
          <p:nvPr/>
        </p:nvSpPr>
        <p:spPr>
          <a:xfrm>
            <a:off x="952500" y="2387600"/>
            <a:ext cx="558800" cy="5588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endParaRPr lang="fr-FR" sz="1400" b="1">
              <a:solidFill>
                <a:srgbClr val="0C2230"/>
              </a:solidFill>
              <a:latin typeface="Montserrat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FEB60DE-E719-4F22-9C48-442B24D890B0}"/>
              </a:ext>
            </a:extLst>
          </p:cNvPr>
          <p:cNvSpPr txBox="1"/>
          <p:nvPr/>
        </p:nvSpPr>
        <p:spPr>
          <a:xfrm>
            <a:off x="1638300" y="24384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Montserrat"/>
              </a:rPr>
              <a:t>Instagram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591A79BE-B662-47F0-94D7-71D0F2F6B99C}"/>
              </a:ext>
            </a:extLst>
          </p:cNvPr>
          <p:cNvSpPr txBox="1"/>
          <p:nvPr/>
        </p:nvSpPr>
        <p:spPr>
          <a:xfrm>
            <a:off x="1638300" y="2692400"/>
            <a:ext cx="152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@karimsaari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C0FDBC0-CBA5-4788-B6FC-F4E1E67FF1EB}"/>
              </a:ext>
            </a:extLst>
          </p:cNvPr>
          <p:cNvSpPr/>
          <p:nvPr/>
        </p:nvSpPr>
        <p:spPr>
          <a:xfrm>
            <a:off x="952500" y="3175000"/>
            <a:ext cx="2133600" cy="127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8646A4C7-ADAD-4035-9C15-C8A6A007A98F}"/>
              </a:ext>
            </a:extLst>
          </p:cNvPr>
          <p:cNvSpPr txBox="1"/>
          <p:nvPr/>
        </p:nvSpPr>
        <p:spPr>
          <a:xfrm>
            <a:off x="952500" y="3327400"/>
            <a:ext cx="2133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 dirty="0">
                <a:solidFill>
                  <a:srgbClr val="21C47B"/>
                </a:solidFill>
                <a:latin typeface="Montserrat"/>
                <a:hlinkClick r:id="rId2"/>
              </a:rPr>
              <a:t>SUIVRE</a:t>
            </a:r>
            <a:endParaRPr lang="fr-FR" sz="1000" b="1" dirty="0">
              <a:solidFill>
                <a:srgbClr val="21C47B"/>
              </a:solidFill>
              <a:latin typeface="Montserrat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7BFF4A-EB62-489A-A57A-43E6F998791F}"/>
              </a:ext>
            </a:extLst>
          </p:cNvPr>
          <p:cNvSpPr/>
          <p:nvPr/>
        </p:nvSpPr>
        <p:spPr>
          <a:xfrm>
            <a:off x="3467100" y="2159000"/>
            <a:ext cx="2540000" cy="1651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6B8E3D93-3760-462B-A901-4544625F9ED1}"/>
              </a:ext>
            </a:extLst>
          </p:cNvPr>
          <p:cNvSpPr/>
          <p:nvPr/>
        </p:nvSpPr>
        <p:spPr>
          <a:xfrm>
            <a:off x="3670300" y="2387600"/>
            <a:ext cx="558800" cy="5588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endParaRPr lang="fr-FR" sz="1400" b="1">
              <a:solidFill>
                <a:srgbClr val="0C2230"/>
              </a:solidFill>
              <a:latin typeface="Montserrat"/>
            </a:endParaRP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A493321D-8867-4C9D-9B17-6DDE4FF88416}"/>
              </a:ext>
            </a:extLst>
          </p:cNvPr>
          <p:cNvSpPr txBox="1"/>
          <p:nvPr/>
        </p:nvSpPr>
        <p:spPr>
          <a:xfrm>
            <a:off x="4356100" y="24384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Montserrat"/>
              </a:rPr>
              <a:t>TikTok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361D3C85-A7D1-44DF-8F18-22336C073E7E}"/>
              </a:ext>
            </a:extLst>
          </p:cNvPr>
          <p:cNvSpPr txBox="1"/>
          <p:nvPr/>
        </p:nvSpPr>
        <p:spPr>
          <a:xfrm>
            <a:off x="4356100" y="2692400"/>
            <a:ext cx="152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@dark.massilia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7DF6FE9-B63E-4158-B933-C95F8B3D2D11}"/>
              </a:ext>
            </a:extLst>
          </p:cNvPr>
          <p:cNvSpPr/>
          <p:nvPr/>
        </p:nvSpPr>
        <p:spPr>
          <a:xfrm>
            <a:off x="3670300" y="3175000"/>
            <a:ext cx="2133600" cy="127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B53AF359-4ED9-4A4B-90C5-C22ED6620F63}"/>
              </a:ext>
            </a:extLst>
          </p:cNvPr>
          <p:cNvSpPr txBox="1"/>
          <p:nvPr/>
        </p:nvSpPr>
        <p:spPr>
          <a:xfrm>
            <a:off x="3670300" y="3327400"/>
            <a:ext cx="2133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 dirty="0">
                <a:solidFill>
                  <a:srgbClr val="21C47B"/>
                </a:solidFill>
                <a:latin typeface="Montserrat"/>
                <a:hlinkClick r:id="rId3"/>
              </a:rPr>
              <a:t>SUIVRE</a:t>
            </a:r>
            <a:endParaRPr lang="fr-FR" sz="1000" b="1" dirty="0">
              <a:solidFill>
                <a:srgbClr val="21C47B"/>
              </a:solidFill>
              <a:latin typeface="Montserrat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A4AD1DB-F8F6-4916-9099-F6DA3B7F804B}"/>
              </a:ext>
            </a:extLst>
          </p:cNvPr>
          <p:cNvSpPr/>
          <p:nvPr/>
        </p:nvSpPr>
        <p:spPr>
          <a:xfrm>
            <a:off x="6184900" y="2159000"/>
            <a:ext cx="2540000" cy="1651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8" name="Ellipse 17">
            <a:extLst>
              <a:ext uri="{FF2B5EF4-FFF2-40B4-BE49-F238E27FC236}">
                <a16:creationId xmlns:a16="http://schemas.microsoft.com/office/drawing/2014/main" id="{C5FD0441-6E16-4450-AA13-9F8E150FBDDB}"/>
              </a:ext>
            </a:extLst>
          </p:cNvPr>
          <p:cNvSpPr/>
          <p:nvPr/>
        </p:nvSpPr>
        <p:spPr>
          <a:xfrm>
            <a:off x="6388100" y="2387600"/>
            <a:ext cx="558800" cy="5588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endParaRPr lang="fr-FR" sz="1400" b="1">
              <a:solidFill>
                <a:srgbClr val="0C2230"/>
              </a:solidFill>
              <a:latin typeface="Montserrat"/>
            </a:endParaRP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654DAC8-799F-40FB-B541-1530C7C9D6B3}"/>
              </a:ext>
            </a:extLst>
          </p:cNvPr>
          <p:cNvSpPr txBox="1"/>
          <p:nvPr/>
        </p:nvSpPr>
        <p:spPr>
          <a:xfrm>
            <a:off x="7073900" y="24384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Montserrat"/>
              </a:rPr>
              <a:t>YouTube</a:t>
            </a:r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A157012D-42C5-4AF2-83D0-8A94116AAC3E}"/>
              </a:ext>
            </a:extLst>
          </p:cNvPr>
          <p:cNvSpPr txBox="1"/>
          <p:nvPr/>
        </p:nvSpPr>
        <p:spPr>
          <a:xfrm>
            <a:off x="7073900" y="2692400"/>
            <a:ext cx="152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@dark.massilia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6002C8-0BA6-48AE-95BB-7E105804EE17}"/>
              </a:ext>
            </a:extLst>
          </p:cNvPr>
          <p:cNvSpPr/>
          <p:nvPr/>
        </p:nvSpPr>
        <p:spPr>
          <a:xfrm>
            <a:off x="6388100" y="3175000"/>
            <a:ext cx="2133600" cy="127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5917A120-EBB9-4D47-B52C-D1A71C475317}"/>
              </a:ext>
            </a:extLst>
          </p:cNvPr>
          <p:cNvSpPr txBox="1"/>
          <p:nvPr/>
        </p:nvSpPr>
        <p:spPr>
          <a:xfrm>
            <a:off x="6388100" y="3327400"/>
            <a:ext cx="2133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 dirty="0">
                <a:solidFill>
                  <a:srgbClr val="21C47B"/>
                </a:solidFill>
                <a:latin typeface="Montserrat"/>
                <a:hlinkClick r:id="rId4"/>
              </a:rPr>
              <a:t>SUIVRE</a:t>
            </a:r>
            <a:endParaRPr lang="fr-FR" sz="1000" b="1" dirty="0">
              <a:solidFill>
                <a:srgbClr val="21C47B"/>
              </a:solidFill>
              <a:latin typeface="Montserrat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F93DCE1-6F44-45A6-A85C-84432C461168}"/>
              </a:ext>
            </a:extLst>
          </p:cNvPr>
          <p:cNvSpPr/>
          <p:nvPr/>
        </p:nvSpPr>
        <p:spPr>
          <a:xfrm>
            <a:off x="8902700" y="2159000"/>
            <a:ext cx="2540000" cy="1651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1161A27C-8244-47D2-8D45-5F5D9B5B9DA2}"/>
              </a:ext>
            </a:extLst>
          </p:cNvPr>
          <p:cNvSpPr/>
          <p:nvPr/>
        </p:nvSpPr>
        <p:spPr>
          <a:xfrm>
            <a:off x="9105900" y="2387600"/>
            <a:ext cx="558800" cy="5588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endParaRPr lang="fr-FR" sz="1400" b="1">
              <a:solidFill>
                <a:srgbClr val="0C2230"/>
              </a:solidFill>
              <a:latin typeface="Montserrat"/>
            </a:endParaRPr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463E69F8-7B5E-4D69-8EA7-1D83CD3FA43E}"/>
              </a:ext>
            </a:extLst>
          </p:cNvPr>
          <p:cNvSpPr txBox="1"/>
          <p:nvPr/>
        </p:nvSpPr>
        <p:spPr>
          <a:xfrm>
            <a:off x="9791700" y="24384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Montserrat"/>
              </a:rPr>
              <a:t>Twitter / X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742E1216-4257-4203-843B-6268AF4ECB30}"/>
              </a:ext>
            </a:extLst>
          </p:cNvPr>
          <p:cNvSpPr txBox="1"/>
          <p:nvPr/>
        </p:nvSpPr>
        <p:spPr>
          <a:xfrm>
            <a:off x="9791700" y="2692400"/>
            <a:ext cx="152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@dark_massilia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663A8A-8000-4D90-8992-4D1F580D7405}"/>
              </a:ext>
            </a:extLst>
          </p:cNvPr>
          <p:cNvSpPr/>
          <p:nvPr/>
        </p:nvSpPr>
        <p:spPr>
          <a:xfrm>
            <a:off x="9105900" y="3175000"/>
            <a:ext cx="2133600" cy="127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B9CE951E-9FB1-4DAF-8ADA-6301990F4E47}"/>
              </a:ext>
            </a:extLst>
          </p:cNvPr>
          <p:cNvSpPr txBox="1"/>
          <p:nvPr/>
        </p:nvSpPr>
        <p:spPr>
          <a:xfrm>
            <a:off x="9105900" y="3327400"/>
            <a:ext cx="2133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 dirty="0">
                <a:solidFill>
                  <a:srgbClr val="21C47B"/>
                </a:solidFill>
                <a:latin typeface="Montserrat"/>
                <a:hlinkClick r:id="rId5"/>
              </a:rPr>
              <a:t>SUIVRE</a:t>
            </a:r>
            <a:endParaRPr lang="fr-FR" sz="1000" b="1" dirty="0">
              <a:solidFill>
                <a:srgbClr val="21C47B"/>
              </a:solidFill>
              <a:latin typeface="Montserrat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6649021-3FD1-4BB5-97FB-4B14323A81DB}"/>
              </a:ext>
            </a:extLst>
          </p:cNvPr>
          <p:cNvSpPr/>
          <p:nvPr/>
        </p:nvSpPr>
        <p:spPr>
          <a:xfrm>
            <a:off x="749300" y="3987800"/>
            <a:ext cx="2540000" cy="1651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03ED8729-48DB-4C37-BC23-3DF1E4D39D02}"/>
              </a:ext>
            </a:extLst>
          </p:cNvPr>
          <p:cNvSpPr/>
          <p:nvPr/>
        </p:nvSpPr>
        <p:spPr>
          <a:xfrm>
            <a:off x="952500" y="4216400"/>
            <a:ext cx="558800" cy="5588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endParaRPr lang="fr-FR" sz="1400" b="1">
              <a:solidFill>
                <a:srgbClr val="0C2230"/>
              </a:solidFill>
              <a:latin typeface="Montserrat"/>
            </a:endParaRP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DA6C8E72-D430-4A99-8E88-114452262BB9}"/>
              </a:ext>
            </a:extLst>
          </p:cNvPr>
          <p:cNvSpPr txBox="1"/>
          <p:nvPr/>
        </p:nvSpPr>
        <p:spPr>
          <a:xfrm>
            <a:off x="1638300" y="42672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Montserrat"/>
              </a:rPr>
              <a:t>Facebook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DB903DE9-9FC4-4E91-AB53-6284DA9828AE}"/>
              </a:ext>
            </a:extLst>
          </p:cNvPr>
          <p:cNvSpPr txBox="1"/>
          <p:nvPr/>
        </p:nvSpPr>
        <p:spPr>
          <a:xfrm>
            <a:off x="1638300" y="4521200"/>
            <a:ext cx="152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Amoureux des Calanques · 130K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DFA7572-AFD9-4E4F-905B-AC466BF52441}"/>
              </a:ext>
            </a:extLst>
          </p:cNvPr>
          <p:cNvSpPr/>
          <p:nvPr/>
        </p:nvSpPr>
        <p:spPr>
          <a:xfrm>
            <a:off x="952500" y="5003800"/>
            <a:ext cx="2133600" cy="127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1F786049-0531-4900-B964-4966FBD383DF}"/>
              </a:ext>
            </a:extLst>
          </p:cNvPr>
          <p:cNvSpPr txBox="1"/>
          <p:nvPr/>
        </p:nvSpPr>
        <p:spPr>
          <a:xfrm>
            <a:off x="952500" y="5156200"/>
            <a:ext cx="2133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 dirty="0">
                <a:solidFill>
                  <a:srgbClr val="21C47B"/>
                </a:solidFill>
                <a:latin typeface="Montserrat"/>
                <a:hlinkClick r:id="rId6"/>
              </a:rPr>
              <a:t>SUIVRE</a:t>
            </a:r>
            <a:endParaRPr lang="fr-FR" sz="1000" b="1" dirty="0">
              <a:solidFill>
                <a:srgbClr val="21C47B"/>
              </a:solidFill>
              <a:latin typeface="Montserrat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DCA4F53-5B34-4262-898A-6B23D24EFCCE}"/>
              </a:ext>
            </a:extLst>
          </p:cNvPr>
          <p:cNvSpPr/>
          <p:nvPr/>
        </p:nvSpPr>
        <p:spPr>
          <a:xfrm>
            <a:off x="3467100" y="3987800"/>
            <a:ext cx="2540000" cy="1651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36" name="Ellipse 35">
            <a:extLst>
              <a:ext uri="{FF2B5EF4-FFF2-40B4-BE49-F238E27FC236}">
                <a16:creationId xmlns:a16="http://schemas.microsoft.com/office/drawing/2014/main" id="{50D54E08-7B5A-43C8-B264-0442884953E4}"/>
              </a:ext>
            </a:extLst>
          </p:cNvPr>
          <p:cNvSpPr/>
          <p:nvPr/>
        </p:nvSpPr>
        <p:spPr>
          <a:xfrm>
            <a:off x="3670300" y="4216400"/>
            <a:ext cx="558800" cy="5588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endParaRPr lang="fr-FR" sz="1400" b="1">
              <a:solidFill>
                <a:srgbClr val="0C2230"/>
              </a:solidFill>
              <a:latin typeface="Montserrat"/>
            </a:endParaRPr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B55BB0F4-46D7-49BD-9C12-7490A15EDFEC}"/>
              </a:ext>
            </a:extLst>
          </p:cNvPr>
          <p:cNvSpPr txBox="1"/>
          <p:nvPr/>
        </p:nvSpPr>
        <p:spPr>
          <a:xfrm>
            <a:off x="4356100" y="42672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Montserrat"/>
              </a:rPr>
              <a:t>500px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F6F5CD44-9693-4C49-8BF9-CDD1E786BD4A}"/>
              </a:ext>
            </a:extLst>
          </p:cNvPr>
          <p:cNvSpPr txBox="1"/>
          <p:nvPr/>
        </p:nvSpPr>
        <p:spPr>
          <a:xfrm>
            <a:off x="4356100" y="4521200"/>
            <a:ext cx="152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karimsaari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6A5073BA-7DC0-41A3-8DA7-18B9A2EE2C63}"/>
              </a:ext>
            </a:extLst>
          </p:cNvPr>
          <p:cNvSpPr/>
          <p:nvPr/>
        </p:nvSpPr>
        <p:spPr>
          <a:xfrm>
            <a:off x="3670300" y="5003800"/>
            <a:ext cx="2133600" cy="127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2294449B-626F-42EE-9740-B804C5C16D8D}"/>
              </a:ext>
            </a:extLst>
          </p:cNvPr>
          <p:cNvSpPr txBox="1"/>
          <p:nvPr/>
        </p:nvSpPr>
        <p:spPr>
          <a:xfrm>
            <a:off x="3670300" y="5156200"/>
            <a:ext cx="2133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 dirty="0">
                <a:solidFill>
                  <a:srgbClr val="21C47B"/>
                </a:solidFill>
                <a:latin typeface="Montserrat"/>
                <a:hlinkClick r:id="rId7"/>
              </a:rPr>
              <a:t>SUIVRE</a:t>
            </a:r>
            <a:endParaRPr lang="fr-FR" sz="1000" b="1" dirty="0">
              <a:solidFill>
                <a:srgbClr val="21C47B"/>
              </a:solidFill>
              <a:latin typeface="Montserrat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69703E3-DE67-44D1-A484-55D57A858026}"/>
              </a:ext>
            </a:extLst>
          </p:cNvPr>
          <p:cNvSpPr/>
          <p:nvPr/>
        </p:nvSpPr>
        <p:spPr>
          <a:xfrm>
            <a:off x="6184900" y="3987800"/>
            <a:ext cx="2540000" cy="1651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42" name="Ellipse 41">
            <a:extLst>
              <a:ext uri="{FF2B5EF4-FFF2-40B4-BE49-F238E27FC236}">
                <a16:creationId xmlns:a16="http://schemas.microsoft.com/office/drawing/2014/main" id="{530999A7-B10A-498B-A7A7-4C857790E906}"/>
              </a:ext>
            </a:extLst>
          </p:cNvPr>
          <p:cNvSpPr/>
          <p:nvPr/>
        </p:nvSpPr>
        <p:spPr>
          <a:xfrm>
            <a:off x="6388100" y="4216400"/>
            <a:ext cx="558800" cy="5588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wrap="none" rtlCol="0" anchor="ctr" anchorCtr="0">
            <a:noAutofit/>
          </a:bodyPr>
          <a:lstStyle/>
          <a:p>
            <a:pPr algn="l"/>
            <a:endParaRPr lang="fr-FR" sz="1400" b="1">
              <a:solidFill>
                <a:srgbClr val="0C2230"/>
              </a:solidFill>
              <a:latin typeface="Montserrat"/>
            </a:endParaRP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4E577419-06B2-4C1F-AAAC-EDD12704AE54}"/>
              </a:ext>
            </a:extLst>
          </p:cNvPr>
          <p:cNvSpPr txBox="1"/>
          <p:nvPr/>
        </p:nvSpPr>
        <p:spPr>
          <a:xfrm>
            <a:off x="7073900" y="42672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Montserrat"/>
              </a:rPr>
              <a:t>LinkedIn</a:t>
            </a:r>
          </a:p>
        </p:txBody>
      </p:sp>
      <p:sp>
        <p:nvSpPr>
          <p:cNvPr id="44" name="ZoneTexte 43">
            <a:extLst>
              <a:ext uri="{FF2B5EF4-FFF2-40B4-BE49-F238E27FC236}">
                <a16:creationId xmlns:a16="http://schemas.microsoft.com/office/drawing/2014/main" id="{B353A7CE-8126-4BC7-8DF6-62ACD4B5C9C2}"/>
              </a:ext>
            </a:extLst>
          </p:cNvPr>
          <p:cNvSpPr txBox="1"/>
          <p:nvPr/>
        </p:nvSpPr>
        <p:spPr>
          <a:xfrm>
            <a:off x="7073900" y="4521200"/>
            <a:ext cx="1524000" cy="254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8FE3B8"/>
                </a:solidFill>
                <a:latin typeface="Open Sans"/>
                <a:ea typeface="Open Sans"/>
                <a:cs typeface="Open Sans"/>
              </a:rPr>
              <a:t>karimsaari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8356202-CDC1-4347-A4CE-DC7E5296F74F}"/>
              </a:ext>
            </a:extLst>
          </p:cNvPr>
          <p:cNvSpPr/>
          <p:nvPr/>
        </p:nvSpPr>
        <p:spPr>
          <a:xfrm>
            <a:off x="6388100" y="5003800"/>
            <a:ext cx="2133600" cy="12700"/>
          </a:xfrm>
          <a:prstGeom prst="rect">
            <a:avLst/>
          </a:prstGeom>
          <a:solidFill>
            <a:srgbClr val="1A3445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ABC5C384-3FBF-4508-90EF-C310AB6D214E}"/>
              </a:ext>
            </a:extLst>
          </p:cNvPr>
          <p:cNvSpPr txBox="1"/>
          <p:nvPr/>
        </p:nvSpPr>
        <p:spPr>
          <a:xfrm>
            <a:off x="6388100" y="5156200"/>
            <a:ext cx="21336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 dirty="0">
                <a:solidFill>
                  <a:srgbClr val="21C47B"/>
                </a:solidFill>
                <a:latin typeface="Montserrat"/>
                <a:hlinkClick r:id="rId8"/>
              </a:rPr>
              <a:t>SUIVRE</a:t>
            </a:r>
            <a:endParaRPr lang="fr-FR" sz="1000" b="1" dirty="0">
              <a:solidFill>
                <a:srgbClr val="21C47B"/>
              </a:solidFill>
              <a:latin typeface="Montserrat"/>
            </a:endParaRP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FBD7E2D4-64CB-49F4-B672-F5FEFFE5817D}"/>
              </a:ext>
            </a:extLst>
          </p:cNvPr>
          <p:cNvSpPr txBox="1"/>
          <p:nvPr/>
        </p:nvSpPr>
        <p:spPr>
          <a:xfrm>
            <a:off x="10414000" y="6350000"/>
            <a:ext cx="127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7B95A3"/>
                </a:solidFill>
                <a:latin typeface="Montserrat"/>
              </a:rPr>
              <a:t>09 / 13</a:t>
            </a:r>
          </a:p>
        </p:txBody>
      </p:sp>
      <p:sp>
        <p:nvSpPr>
          <p:cNvPr id="48" name="Rectangle : coins arrondis 47">
            <a:extLst>
              <a:ext uri="{FF2B5EF4-FFF2-40B4-BE49-F238E27FC236}">
                <a16:creationId xmlns:a16="http://schemas.microsoft.com/office/drawing/2014/main" id="{E25329DA-73E1-41D4-A22A-21F7381BACF2}"/>
              </a:ext>
            </a:extLst>
          </p:cNvPr>
          <p:cNvSpPr/>
          <p:nvPr/>
        </p:nvSpPr>
        <p:spPr>
          <a:xfrm>
            <a:off x="1092200" y="2527300"/>
            <a:ext cx="279400" cy="279400"/>
          </a:xfrm>
          <a:prstGeom prst="roundRect">
            <a:avLst/>
          </a:prstGeom>
          <a:noFill/>
          <a:ln w="28575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49" name="Ellipse 48">
            <a:extLst>
              <a:ext uri="{FF2B5EF4-FFF2-40B4-BE49-F238E27FC236}">
                <a16:creationId xmlns:a16="http://schemas.microsoft.com/office/drawing/2014/main" id="{48A7672C-9EF7-4563-9198-DA7ED9B6E660}"/>
              </a:ext>
            </a:extLst>
          </p:cNvPr>
          <p:cNvSpPr/>
          <p:nvPr/>
        </p:nvSpPr>
        <p:spPr>
          <a:xfrm>
            <a:off x="1168400" y="2603500"/>
            <a:ext cx="127000" cy="127000"/>
          </a:xfrm>
          <a:prstGeom prst="ellipse">
            <a:avLst/>
          </a:prstGeom>
          <a:noFill/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0" name="Ellipse 49">
            <a:extLst>
              <a:ext uri="{FF2B5EF4-FFF2-40B4-BE49-F238E27FC236}">
                <a16:creationId xmlns:a16="http://schemas.microsoft.com/office/drawing/2014/main" id="{35D4B760-7AC0-4325-B89C-9E3E544D8065}"/>
              </a:ext>
            </a:extLst>
          </p:cNvPr>
          <p:cNvSpPr/>
          <p:nvPr/>
        </p:nvSpPr>
        <p:spPr>
          <a:xfrm>
            <a:off x="1295400" y="2565400"/>
            <a:ext cx="31750" cy="3175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6A0F68-FBEF-4E07-B105-48645E72D399}"/>
              </a:ext>
            </a:extLst>
          </p:cNvPr>
          <p:cNvSpPr/>
          <p:nvPr/>
        </p:nvSpPr>
        <p:spPr>
          <a:xfrm>
            <a:off x="3937000" y="2540000"/>
            <a:ext cx="38100" cy="1778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2" name="Ellipse 51">
            <a:extLst>
              <a:ext uri="{FF2B5EF4-FFF2-40B4-BE49-F238E27FC236}">
                <a16:creationId xmlns:a16="http://schemas.microsoft.com/office/drawing/2014/main" id="{C1F48C63-0701-4D0D-828C-80DCDCA2A3F0}"/>
              </a:ext>
            </a:extLst>
          </p:cNvPr>
          <p:cNvSpPr/>
          <p:nvPr/>
        </p:nvSpPr>
        <p:spPr>
          <a:xfrm>
            <a:off x="3860800" y="2679700"/>
            <a:ext cx="114300" cy="114300"/>
          </a:xfrm>
          <a:prstGeom prst="ellipse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9B542A17-104F-4D24-9267-73635A822F26}"/>
              </a:ext>
            </a:extLst>
          </p:cNvPr>
          <p:cNvSpPr/>
          <p:nvPr/>
        </p:nvSpPr>
        <p:spPr>
          <a:xfrm>
            <a:off x="3975100" y="2514600"/>
            <a:ext cx="38100" cy="38100"/>
          </a:xfrm>
          <a:prstGeom prst="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4" name="Rectangle : coins arrondis 53">
            <a:extLst>
              <a:ext uri="{FF2B5EF4-FFF2-40B4-BE49-F238E27FC236}">
                <a16:creationId xmlns:a16="http://schemas.microsoft.com/office/drawing/2014/main" id="{03442314-F11F-4827-BA6F-A5D933ADE97D}"/>
              </a:ext>
            </a:extLst>
          </p:cNvPr>
          <p:cNvSpPr/>
          <p:nvPr/>
        </p:nvSpPr>
        <p:spPr>
          <a:xfrm>
            <a:off x="6502400" y="2552700"/>
            <a:ext cx="330200" cy="228600"/>
          </a:xfrm>
          <a:prstGeom prst="roundRect">
            <a:avLst/>
          </a:prstGeom>
          <a:solidFill>
            <a:srgbClr val="FFFFFF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5" name="Triangle rectangle 54">
            <a:extLst>
              <a:ext uri="{FF2B5EF4-FFF2-40B4-BE49-F238E27FC236}">
                <a16:creationId xmlns:a16="http://schemas.microsoft.com/office/drawing/2014/main" id="{6D64296B-8A29-49BB-A1C3-4A9763D70B43}"/>
              </a:ext>
            </a:extLst>
          </p:cNvPr>
          <p:cNvSpPr/>
          <p:nvPr/>
        </p:nvSpPr>
        <p:spPr>
          <a:xfrm rot="5400000">
            <a:off x="6629400" y="2603500"/>
            <a:ext cx="101600" cy="127000"/>
          </a:xfrm>
          <a:prstGeom prst="rtTriangl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6" name="ZoneTexte 55">
            <a:extLst>
              <a:ext uri="{FF2B5EF4-FFF2-40B4-BE49-F238E27FC236}">
                <a16:creationId xmlns:a16="http://schemas.microsoft.com/office/drawing/2014/main" id="{C2336FF6-8779-484D-94AA-B711C2128945}"/>
              </a:ext>
            </a:extLst>
          </p:cNvPr>
          <p:cNvSpPr txBox="1"/>
          <p:nvPr/>
        </p:nvSpPr>
        <p:spPr>
          <a:xfrm>
            <a:off x="9232900" y="2501900"/>
            <a:ext cx="3048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2200" b="1">
                <a:solidFill>
                  <a:srgbClr val="FFFFFF"/>
                </a:solidFill>
              </a:rPr>
              <a:t>𝕏</a:t>
            </a:r>
          </a:p>
        </p:txBody>
      </p:sp>
      <p:sp>
        <p:nvSpPr>
          <p:cNvPr id="57" name="ZoneTexte 56">
            <a:extLst>
              <a:ext uri="{FF2B5EF4-FFF2-40B4-BE49-F238E27FC236}">
                <a16:creationId xmlns:a16="http://schemas.microsoft.com/office/drawing/2014/main" id="{EC416326-2F2D-4C40-BE91-C6E4D788B361}"/>
              </a:ext>
            </a:extLst>
          </p:cNvPr>
          <p:cNvSpPr txBox="1"/>
          <p:nvPr/>
        </p:nvSpPr>
        <p:spPr>
          <a:xfrm>
            <a:off x="1104900" y="4305300"/>
            <a:ext cx="254000" cy="355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2800" b="1">
                <a:solidFill>
                  <a:srgbClr val="FFFFFF"/>
                </a:solidFill>
                <a:latin typeface="Arial Black"/>
              </a:rPr>
              <a:t>f</a:t>
            </a:r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F53D747B-7E95-4073-B181-711425792840}"/>
              </a:ext>
            </a:extLst>
          </p:cNvPr>
          <p:cNvSpPr/>
          <p:nvPr/>
        </p:nvSpPr>
        <p:spPr>
          <a:xfrm>
            <a:off x="3810000" y="4356100"/>
            <a:ext cx="279400" cy="279400"/>
          </a:xfrm>
          <a:prstGeom prst="ellipse">
            <a:avLst/>
          </a:prstGeom>
          <a:noFill/>
          <a:ln w="25400" cap="flat" cmpd="sng" algn="ctr">
            <a:solidFill>
              <a:srgbClr val="FFFFFF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9" name="ZoneTexte 58">
            <a:extLst>
              <a:ext uri="{FF2B5EF4-FFF2-40B4-BE49-F238E27FC236}">
                <a16:creationId xmlns:a16="http://schemas.microsoft.com/office/drawing/2014/main" id="{70984C4F-E906-4952-AD80-1ADF96FE944B}"/>
              </a:ext>
            </a:extLst>
          </p:cNvPr>
          <p:cNvSpPr txBox="1"/>
          <p:nvPr/>
        </p:nvSpPr>
        <p:spPr>
          <a:xfrm>
            <a:off x="3797300" y="4381500"/>
            <a:ext cx="304800" cy="228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900" b="1">
                <a:solidFill>
                  <a:srgbClr val="FFFFFF"/>
                </a:solidFill>
              </a:rPr>
              <a:t>500</a:t>
            </a:r>
          </a:p>
        </p:txBody>
      </p:sp>
      <p:sp>
        <p:nvSpPr>
          <p:cNvPr id="60" name="ZoneTexte 59">
            <a:extLst>
              <a:ext uri="{FF2B5EF4-FFF2-40B4-BE49-F238E27FC236}">
                <a16:creationId xmlns:a16="http://schemas.microsoft.com/office/drawing/2014/main" id="{ED8B0C7D-2D71-4E21-BBEC-8877292F08A4}"/>
              </a:ext>
            </a:extLst>
          </p:cNvPr>
          <p:cNvSpPr txBox="1"/>
          <p:nvPr/>
        </p:nvSpPr>
        <p:spPr>
          <a:xfrm>
            <a:off x="6515100" y="4330700"/>
            <a:ext cx="304800" cy="3302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b="1">
                <a:solidFill>
                  <a:srgbClr val="FFFFFF"/>
                </a:solidFill>
              </a:rPr>
              <a:t>in</a:t>
            </a: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A5D7CA95-7383-462E-B341-3B3833B31607}"/>
              </a:ext>
            </a:extLst>
          </p:cNvPr>
          <p:cNvSpPr/>
          <p:nvPr/>
        </p:nvSpPr>
        <p:spPr>
          <a:xfrm>
            <a:off x="8902700" y="3987800"/>
            <a:ext cx="2540000" cy="1651000"/>
          </a:xfrm>
          <a:prstGeom prst="rect">
            <a:avLst/>
          </a:prstGeom>
          <a:solidFill>
            <a:srgbClr val="0A1A24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2" name="Ellipse 61">
            <a:extLst>
              <a:ext uri="{FF2B5EF4-FFF2-40B4-BE49-F238E27FC236}">
                <a16:creationId xmlns:a16="http://schemas.microsoft.com/office/drawing/2014/main" id="{C455ACC9-6BE1-445E-A472-CB0D619C53E4}"/>
              </a:ext>
            </a:extLst>
          </p:cNvPr>
          <p:cNvSpPr/>
          <p:nvPr/>
        </p:nvSpPr>
        <p:spPr>
          <a:xfrm>
            <a:off x="9105900" y="4216400"/>
            <a:ext cx="558800" cy="558800"/>
          </a:xfrm>
          <a:prstGeom prst="ellipse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3" name="ZoneTexte 62">
            <a:extLst>
              <a:ext uri="{FF2B5EF4-FFF2-40B4-BE49-F238E27FC236}">
                <a16:creationId xmlns:a16="http://schemas.microsoft.com/office/drawing/2014/main" id="{EDC59062-D66F-4022-B364-47DD35AC1BF7}"/>
              </a:ext>
            </a:extLst>
          </p:cNvPr>
          <p:cNvSpPr txBox="1"/>
          <p:nvPr/>
        </p:nvSpPr>
        <p:spPr>
          <a:xfrm>
            <a:off x="9131300" y="4279900"/>
            <a:ext cx="254000" cy="355600"/>
          </a:xfrm>
          <a:prstGeom prst="rect">
            <a:avLst/>
          </a:prstGeom>
          <a:noFill/>
        </p:spPr>
        <p:txBody>
          <a:bodyPr vertOverflow="overflow" vert="horz" wrap="none" rtlCol="0" anchor="ctr" anchorCtr="0">
            <a:noAutofit/>
          </a:bodyPr>
          <a:lstStyle/>
          <a:p>
            <a:pPr algn="l"/>
            <a:r>
              <a:rPr lang="fr-FR" sz="2800" b="1">
                <a:solidFill>
                  <a:srgbClr val="FFFFFF"/>
                </a:solidFill>
                <a:latin typeface="Arial Black"/>
              </a:rPr>
              <a:t>f</a:t>
            </a:r>
          </a:p>
        </p:txBody>
      </p:sp>
      <p:sp>
        <p:nvSpPr>
          <p:cNvPr id="64" name="ZoneTexte 63">
            <a:extLst>
              <a:ext uri="{FF2B5EF4-FFF2-40B4-BE49-F238E27FC236}">
                <a16:creationId xmlns:a16="http://schemas.microsoft.com/office/drawing/2014/main" id="{4460B12E-6E2C-4241-B226-A3E70ACCA19E}"/>
              </a:ext>
            </a:extLst>
          </p:cNvPr>
          <p:cNvSpPr txBox="1"/>
          <p:nvPr/>
        </p:nvSpPr>
        <p:spPr>
          <a:xfrm>
            <a:off x="9791700" y="4267200"/>
            <a:ext cx="1524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400" b="1">
                <a:solidFill>
                  <a:srgbClr val="FFFFFF"/>
                </a:solidFill>
                <a:latin typeface="Montserrat"/>
              </a:rPr>
              <a:t>Facebook Pro</a:t>
            </a:r>
          </a:p>
        </p:txBody>
      </p:sp>
      <p:sp>
        <p:nvSpPr>
          <p:cNvPr id="65" name="ZoneTexte 64">
            <a:extLst>
              <a:ext uri="{FF2B5EF4-FFF2-40B4-BE49-F238E27FC236}">
                <a16:creationId xmlns:a16="http://schemas.microsoft.com/office/drawing/2014/main" id="{62886824-BB14-4646-8786-E63975E10A78}"/>
              </a:ext>
            </a:extLst>
          </p:cNvPr>
          <p:cNvSpPr txBox="1"/>
          <p:nvPr/>
        </p:nvSpPr>
        <p:spPr>
          <a:xfrm>
            <a:off x="9791700" y="4521200"/>
            <a:ext cx="1524000" cy="254000"/>
          </a:xfrm>
          <a:prstGeom prst="rect">
            <a:avLst/>
          </a:prstGeom>
          <a:noFill/>
        </p:spPr>
        <p:txBody>
          <a:bodyPr vertOverflow="overflow" vert="horz" wrap="none" rtlCol="0" anchor="t">
            <a:spAutoFit/>
          </a:bodyPr>
          <a:lstStyle/>
          <a:p>
            <a:pPr algn="l"/>
            <a:r>
              <a:rPr lang="fr-FR" sz="1000">
                <a:solidFill>
                  <a:srgbClr val="7B95A3"/>
                </a:solidFill>
                <a:latin typeface="Open Sans"/>
                <a:ea typeface="Open Sans"/>
                <a:cs typeface="Open Sans"/>
              </a:rPr>
              <a:t>Photographie.Marseille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945CB7D-AEBF-42D5-87F1-82D281B9BF26}"/>
              </a:ext>
            </a:extLst>
          </p:cNvPr>
          <p:cNvSpPr/>
          <p:nvPr/>
        </p:nvSpPr>
        <p:spPr>
          <a:xfrm>
            <a:off x="9105900" y="5003800"/>
            <a:ext cx="2133600" cy="127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7" name="ZoneTexte 66">
            <a:extLst>
              <a:ext uri="{FF2B5EF4-FFF2-40B4-BE49-F238E27FC236}">
                <a16:creationId xmlns:a16="http://schemas.microsoft.com/office/drawing/2014/main" id="{6B0778FB-D289-4C21-9E0F-AE59746BA60A}"/>
              </a:ext>
            </a:extLst>
          </p:cNvPr>
          <p:cNvSpPr txBox="1"/>
          <p:nvPr/>
        </p:nvSpPr>
        <p:spPr>
          <a:xfrm>
            <a:off x="9105900" y="5156200"/>
            <a:ext cx="2133600" cy="246221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algn="l"/>
            <a:r>
              <a:rPr lang="fr-FR" sz="1000" b="1" dirty="0">
                <a:solidFill>
                  <a:srgbClr val="21C47B"/>
                </a:solidFill>
                <a:latin typeface="Montserrat"/>
                <a:hlinkClick r:id="rId9"/>
              </a:rPr>
              <a:t>SUIVRE</a:t>
            </a:r>
            <a:endParaRPr lang="fr-FR" sz="1000" b="1" dirty="0">
              <a:solidFill>
                <a:srgbClr val="21C47B"/>
              </a:solidFill>
              <a:latin typeface="Montserrat"/>
            </a:endParaRPr>
          </a:p>
        </p:txBody>
      </p:sp>
      <p:sp>
        <p:nvSpPr>
          <p:cNvPr id="68" name="ZoneTexte 67">
            <a:extLst>
              <a:ext uri="{FF2B5EF4-FFF2-40B4-BE49-F238E27FC236}">
                <a16:creationId xmlns:a16="http://schemas.microsoft.com/office/drawing/2014/main" id="{7E4AAEC0-9613-4845-AD7D-4A27C748AB77}"/>
              </a:ext>
            </a:extLst>
          </p:cNvPr>
          <p:cNvSpPr txBox="1"/>
          <p:nvPr/>
        </p:nvSpPr>
        <p:spPr>
          <a:xfrm>
            <a:off x="5473700" y="1562100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 dirty="0">
                <a:solidFill>
                  <a:srgbClr val="21C47B"/>
                </a:solidFill>
                <a:latin typeface="Montserrat"/>
                <a:hlinkClick r:id="rId10"/>
              </a:rPr>
              <a:t>karimsaari.com/</a:t>
            </a:r>
            <a:r>
              <a:rPr lang="fr-FR" sz="900" dirty="0" err="1">
                <a:solidFill>
                  <a:srgbClr val="21C47B"/>
                </a:solidFill>
                <a:latin typeface="Montserrat"/>
                <a:hlinkClick r:id="rId10"/>
              </a:rPr>
              <a:t>communaute</a:t>
            </a:r>
            <a:endParaRPr lang="fr-FR" sz="900" dirty="0">
              <a:solidFill>
                <a:srgbClr val="21C47B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3010491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83A28589-925B-CD14-A457-87B51A6E381E}"/>
              </a:ext>
            </a:extLst>
          </p:cNvPr>
          <p:cNvSpPr>
            <a:spLocks noGrp="1"/>
          </p:cNvSpPr>
          <p:nvPr>
            <p:ph type="title" orient="vert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C334C88F-425C-B7F1-65B5-68B4E330DA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B85C22D-1BE5-4C4C-91C9-A1D05709E08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C2230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ABC425-FEAB-4119-AF03-9E07F6E2065A}"/>
              </a:ext>
            </a:extLst>
          </p:cNvPr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18E6DEEC-4CA9-4BE8-9908-8791E2A82527}"/>
              </a:ext>
            </a:extLst>
          </p:cNvPr>
          <p:cNvSpPr txBox="1"/>
          <p:nvPr/>
        </p:nvSpPr>
        <p:spPr>
          <a:xfrm>
            <a:off x="508000" y="355600"/>
            <a:ext cx="3810000" cy="228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1100" b="1">
                <a:solidFill>
                  <a:srgbClr val="21C47B"/>
                </a:solidFill>
                <a:latin typeface="Montserrat"/>
              </a:rPr>
              <a:t>COMMUNAUTÉ</a:t>
            </a:r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E83DB036-CB6F-4932-BCB8-E0B0DFC24B5D}"/>
              </a:ext>
            </a:extLst>
          </p:cNvPr>
          <p:cNvSpPr txBox="1"/>
          <p:nvPr/>
        </p:nvSpPr>
        <p:spPr>
          <a:xfrm>
            <a:off x="450850" y="711200"/>
            <a:ext cx="7366000" cy="2794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3200" b="1" dirty="0">
                <a:solidFill>
                  <a:srgbClr val="FFFFFF"/>
                </a:solidFill>
                <a:latin typeface="Montserrat"/>
              </a:rPr>
              <a:t>Amoureux des Calanques de Marseille à Port-Cros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A4F5AE5-8637-49DE-BDEE-DD697BE42852}"/>
              </a:ext>
            </a:extLst>
          </p:cNvPr>
          <p:cNvSpPr/>
          <p:nvPr/>
        </p:nvSpPr>
        <p:spPr>
          <a:xfrm>
            <a:off x="508000" y="1574800"/>
            <a:ext cx="508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41A1786-2737-4BE9-8581-CF3C4B3BFADF}"/>
              </a:ext>
            </a:extLst>
          </p:cNvPr>
          <p:cNvSpPr txBox="1"/>
          <p:nvPr/>
        </p:nvSpPr>
        <p:spPr>
          <a:xfrm>
            <a:off x="508000" y="1689100"/>
            <a:ext cx="6604000" cy="355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2000" b="1" dirty="0">
                <a:solidFill>
                  <a:srgbClr val="21C47B"/>
                </a:solidFill>
                <a:latin typeface="Montserrat"/>
              </a:rPr>
              <a:t>Plus de 65K membres  ·  Depuis 2018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9B1EA1E-450A-456C-89DC-5B6EDAE7C864}"/>
              </a:ext>
            </a:extLst>
          </p:cNvPr>
          <p:cNvSpPr txBox="1"/>
          <p:nvPr/>
        </p:nvSpPr>
        <p:spPr>
          <a:xfrm>
            <a:off x="508000" y="2120900"/>
            <a:ext cx="7366000" cy="812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La plus grande communauté en ligne dédiée aux Calanques
de Marseille et au littoral de Port-Cros. Partage de photos,
alertes environnementales et mobilisation terrain.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0CA3DAC-07A7-4A19-93CD-03C0E65CCCE1}"/>
              </a:ext>
            </a:extLst>
          </p:cNvPr>
          <p:cNvSpPr/>
          <p:nvPr/>
        </p:nvSpPr>
        <p:spPr>
          <a:xfrm>
            <a:off x="1485900" y="3175000"/>
            <a:ext cx="5295900" cy="27686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19050" cap="flat" cmpd="sng" algn="ctr">
            <a:solidFill>
              <a:srgbClr val="21C47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C0A0F88-E5E6-47E0-9506-E537D183F427}"/>
              </a:ext>
            </a:extLst>
          </p:cNvPr>
          <p:cNvSpPr/>
          <p:nvPr/>
        </p:nvSpPr>
        <p:spPr>
          <a:xfrm>
            <a:off x="7010400" y="3175000"/>
            <a:ext cx="3695700" cy="2768600"/>
          </a:xfrm>
          <a:prstGeom prst="rect">
            <a:avLst/>
          </a:prstGeom>
          <a:blipFill dpi="0"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a:blipFill>
          <a:ln w="19050" cap="flat" cmpd="sng" algn="ctr">
            <a:solidFill>
              <a:srgbClr val="21C47B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C7BB220-14FA-475E-964B-95848DF44782}"/>
              </a:ext>
            </a:extLst>
          </p:cNvPr>
          <p:cNvSpPr txBox="1"/>
          <p:nvPr/>
        </p:nvSpPr>
        <p:spPr>
          <a:xfrm>
            <a:off x="3251200" y="4445000"/>
            <a:ext cx="1778000" cy="2286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>
                <a:solidFill>
                  <a:srgbClr val="3A5A6A"/>
                </a:solidFill>
                <a:latin typeface="Montserrat"/>
              </a:rPr>
              <a:t>photo panoramique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2A0E0D5A-86FC-4948-BA15-AA5C2B83B809}"/>
              </a:ext>
            </a:extLst>
          </p:cNvPr>
          <p:cNvSpPr txBox="1"/>
          <p:nvPr/>
        </p:nvSpPr>
        <p:spPr>
          <a:xfrm>
            <a:off x="10414000" y="6350000"/>
            <a:ext cx="1270000" cy="2032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1100">
                <a:solidFill>
                  <a:srgbClr val="7B95A3"/>
                </a:solidFill>
                <a:latin typeface="Montserrat"/>
              </a:rPr>
              <a:t>10 / 13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7CB9D03F-676B-4E52-BE1A-D68205277F0D}"/>
              </a:ext>
            </a:extLst>
          </p:cNvPr>
          <p:cNvSpPr txBox="1"/>
          <p:nvPr/>
        </p:nvSpPr>
        <p:spPr>
          <a:xfrm>
            <a:off x="8204200" y="2903538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 dirty="0">
                <a:solidFill>
                  <a:srgbClr val="21C47B"/>
                </a:solidFill>
                <a:latin typeface="Montserrat"/>
                <a:hlinkClick r:id="rId4"/>
              </a:rPr>
              <a:t>karimsaari.com/</a:t>
            </a:r>
            <a:r>
              <a:rPr lang="fr-FR" sz="900" dirty="0" err="1">
                <a:solidFill>
                  <a:srgbClr val="21C47B"/>
                </a:solidFill>
                <a:latin typeface="Montserrat"/>
                <a:hlinkClick r:id="rId4"/>
              </a:rPr>
              <a:t>communaute</a:t>
            </a:r>
            <a:r>
              <a:rPr lang="fr-FR" sz="900" dirty="0">
                <a:solidFill>
                  <a:srgbClr val="21C47B"/>
                </a:solidFill>
                <a:latin typeface="Montserrat"/>
                <a:hlinkClick r:id="rId4"/>
              </a:rPr>
              <a:t>-calanques</a:t>
            </a:r>
            <a:endParaRPr lang="fr-FR" sz="900" dirty="0">
              <a:solidFill>
                <a:srgbClr val="21C47B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4632785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6DD96463-AFC3-0B65-41A1-C94ADE2296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6000" y="431800"/>
            <a:ext cx="10160000" cy="406400"/>
          </a:xfrm>
        </p:spPr>
        <p:txBody>
          <a:bodyPr/>
          <a:lstStyle/>
          <a:p>
            <a:pPr algn="l"/>
            <a:r>
              <a:rPr lang="fr-FR" sz="2200" b="1" dirty="0">
                <a:solidFill>
                  <a:srgbClr val="FFFFFF"/>
                </a:solidFill>
                <a:latin typeface="Montserrat"/>
              </a:rPr>
              <a:t>Quelques visuels disponibles</a:t>
            </a:r>
          </a:p>
        </p:txBody>
      </p:sp>
      <p:sp>
        <p:nvSpPr>
          <p:cNvPr id="230" name="Sep_Galerie"/>
          <p:cNvSpPr/>
          <p:nvPr/>
        </p:nvSpPr>
        <p:spPr>
          <a:xfrm>
            <a:off x="1016000" y="889000"/>
            <a:ext cx="508000" cy="38100"/>
          </a:xfrm>
          <a:prstGeom prst="rect">
            <a:avLst/>
          </a:prstGeom>
          <a:solidFill>
            <a:srgbClr val="21C47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1" name="Subtitle_Galerie"/>
          <p:cNvSpPr/>
          <p:nvPr/>
        </p:nvSpPr>
        <p:spPr>
          <a:xfrm>
            <a:off x="1016000" y="965200"/>
            <a:ext cx="10160000" cy="279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>
              <a:buNone/>
            </a:pPr>
            <a:r>
              <a:rPr lang="fr-FR" sz="1400" dirty="0">
                <a:solidFill>
                  <a:srgbClr val="C8D6DE"/>
                </a:solidFill>
                <a:latin typeface="Open Sans"/>
              </a:rPr>
              <a:t>Haute résolution — libre de droits pour partenaires presse</a:t>
            </a:r>
          </a:p>
        </p:txBody>
      </p:sp>
      <p:sp>
        <p:nvSpPr>
          <p:cNvPr id="232" name="Photo_0_0"/>
          <p:cNvSpPr>
            <a:spLocks noGrp="1"/>
          </p:cNvSpPr>
          <p:nvPr/>
        </p:nvSpPr>
        <p:spPr>
          <a:xfrm>
            <a:off x="457200" y="1295400"/>
            <a:ext cx="3644900" cy="2489200"/>
          </a:xfrm>
          <a:prstGeom prst="rect">
            <a:avLst/>
          </a:prstGeom>
          <a:blipFill>
            <a:blip r:embed="rId2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3" name="Photo_0_1"/>
          <p:cNvSpPr>
            <a:spLocks noGrp="1"/>
          </p:cNvSpPr>
          <p:nvPr/>
        </p:nvSpPr>
        <p:spPr>
          <a:xfrm>
            <a:off x="4279900" y="1295400"/>
            <a:ext cx="3644900" cy="2489200"/>
          </a:xfrm>
          <a:prstGeom prst="rect">
            <a:avLst/>
          </a:prstGeom>
          <a:blipFill>
            <a:blip r:embed="rId3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4" name="Photo_0_2"/>
          <p:cNvSpPr>
            <a:spLocks noGrp="1"/>
          </p:cNvSpPr>
          <p:nvPr/>
        </p:nvSpPr>
        <p:spPr>
          <a:xfrm>
            <a:off x="8102600" y="1295400"/>
            <a:ext cx="3644900" cy="2489200"/>
          </a:xfrm>
          <a:prstGeom prst="rect">
            <a:avLst/>
          </a:prstGeom>
          <a:blipFill>
            <a:blip r:embed="rId4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5" name="Photo_1_0"/>
          <p:cNvSpPr>
            <a:spLocks noGrp="1"/>
          </p:cNvSpPr>
          <p:nvPr/>
        </p:nvSpPr>
        <p:spPr>
          <a:xfrm>
            <a:off x="457200" y="3962400"/>
            <a:ext cx="3644900" cy="2489200"/>
          </a:xfrm>
          <a:prstGeom prst="rect">
            <a:avLst/>
          </a:prstGeom>
          <a:blipFill>
            <a:blip r:embed="rId5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6" name="Photo_1_1"/>
          <p:cNvSpPr>
            <a:spLocks noGrp="1"/>
          </p:cNvSpPr>
          <p:nvPr/>
        </p:nvSpPr>
        <p:spPr>
          <a:xfrm>
            <a:off x="4279900" y="3962400"/>
            <a:ext cx="3644900" cy="2489200"/>
          </a:xfrm>
          <a:prstGeom prst="rect">
            <a:avLst/>
          </a:prstGeom>
          <a:blipFill>
            <a:blip r:embed="rId6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7" name="Photo_1_2"/>
          <p:cNvSpPr>
            <a:spLocks noGrp="1"/>
          </p:cNvSpPr>
          <p:nvPr/>
        </p:nvSpPr>
        <p:spPr>
          <a:xfrm>
            <a:off x="8102600" y="3962400"/>
            <a:ext cx="3644900" cy="2489200"/>
          </a:xfrm>
          <a:prstGeom prst="rect">
            <a:avLst/>
          </a:prstGeom>
          <a:blipFill>
            <a:blip r:embed="rId7"/>
            <a:stretch>
              <a:fillRect/>
            </a:stretch>
          </a:blipFill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38" name="PageNum_Galerie"/>
          <p:cNvSpPr/>
          <p:nvPr/>
        </p:nvSpPr>
        <p:spPr>
          <a:xfrm>
            <a:off x="10414000" y="6527800"/>
            <a:ext cx="1270000" cy="3048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r"/>
            <a:r>
              <a:rPr lang="fr-FR" sz="1100">
                <a:solidFill>
                  <a:srgbClr val="7B95A3"/>
                </a:solidFill>
                <a:latin typeface="Montserrat"/>
              </a:rPr>
              <a:t>11 / 13</a:t>
            </a:r>
            <a:endParaRPr lang="fr-FR" sz="1100" dirty="0">
              <a:solidFill>
                <a:srgbClr val="7B95A3"/>
              </a:solidFill>
              <a:latin typeface="Montserrat"/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1C76E102-D2F9-4CC0-99D0-A8AAD58454C8}"/>
              </a:ext>
            </a:extLst>
          </p:cNvPr>
          <p:cNvSpPr txBox="1"/>
          <p:nvPr/>
        </p:nvSpPr>
        <p:spPr>
          <a:xfrm>
            <a:off x="9144000" y="6553200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>
                <a:solidFill>
                  <a:srgbClr val="21C47B"/>
                </a:solidFill>
                <a:latin typeface="Montserrat"/>
              </a:rPr>
              <a:t>karimsaari.com/photographie-sous-marine</a:t>
            </a:r>
          </a:p>
        </p:txBody>
      </p:sp>
    </p:spTree>
    <p:extLst>
      <p:ext uri="{BB962C8B-B14F-4D97-AF65-F5344CB8AC3E}">
        <p14:creationId xmlns:p14="http://schemas.microsoft.com/office/powerpoint/2010/main" val="29975619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hotoPlaceholder_Contact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" name="Cercle : creux 1">
            <a:extLst>
              <a:ext uri="{FF2B5EF4-FFF2-40B4-BE49-F238E27FC236}">
                <a16:creationId xmlns:a16="http://schemas.microsoft.com/office/drawing/2014/main" id="{1E7931B4-C393-455F-BB88-C438CAA17C57}"/>
              </a:ext>
            </a:extLst>
          </p:cNvPr>
          <p:cNvSpPr/>
          <p:nvPr/>
        </p:nvSpPr>
        <p:spPr>
          <a:xfrm>
            <a:off x="-1905000" y="4826000"/>
            <a:ext cx="3048000" cy="3048000"/>
          </a:xfrm>
          <a:prstGeom prst="donut">
            <a:avLst/>
          </a:prstGeom>
          <a:solidFill>
            <a:srgbClr val="15406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>
              <a:solidFill>
                <a:schemeClr val="tx1"/>
              </a:solidFill>
            </a:endParaRPr>
          </a:p>
        </p:txBody>
      </p:sp>
      <p:sp>
        <p:nvSpPr>
          <p:cNvPr id="3" name="ZoneTexte 2">
            <a:extLst>
              <a:ext uri="{FF2B5EF4-FFF2-40B4-BE49-F238E27FC236}">
                <a16:creationId xmlns:a16="http://schemas.microsoft.com/office/drawing/2014/main" id="{BB6DA4A3-820F-4C3A-A5FC-4F0886FEABB6}"/>
              </a:ext>
            </a:extLst>
          </p:cNvPr>
          <p:cNvSpPr txBox="1"/>
          <p:nvPr/>
        </p:nvSpPr>
        <p:spPr>
          <a:xfrm>
            <a:off x="1016000" y="762000"/>
            <a:ext cx="508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b="1">
                <a:solidFill>
                  <a:srgbClr val="21C47B"/>
                </a:solidFill>
                <a:latin typeface="Montserrat"/>
              </a:rPr>
              <a:t>CONTACT PRESSE</a:t>
            </a:r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E827715-C054-4EB5-B2BC-2110E2D1CE2A}"/>
              </a:ext>
            </a:extLst>
          </p:cNvPr>
          <p:cNvSpPr txBox="1"/>
          <p:nvPr/>
        </p:nvSpPr>
        <p:spPr>
          <a:xfrm>
            <a:off x="1016000" y="1079500"/>
            <a:ext cx="10160000" cy="10160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6400" b="1">
                <a:solidFill>
                  <a:srgbClr val="FFFFFF"/>
                </a:solidFill>
                <a:latin typeface="Montserrat"/>
              </a:rPr>
              <a:t>Parlons-en.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A98479C-9F13-4072-9499-8BEC9F2B65F3}"/>
              </a:ext>
            </a:extLst>
          </p:cNvPr>
          <p:cNvSpPr/>
          <p:nvPr/>
        </p:nvSpPr>
        <p:spPr>
          <a:xfrm>
            <a:off x="1016000" y="2222500"/>
            <a:ext cx="508000" cy="381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BE67C64E-3303-4D35-995C-3DC6E4CAEFE0}"/>
              </a:ext>
            </a:extLst>
          </p:cNvPr>
          <p:cNvSpPr txBox="1"/>
          <p:nvPr/>
        </p:nvSpPr>
        <p:spPr>
          <a:xfrm>
            <a:off x="1016000" y="2476500"/>
            <a:ext cx="8890000" cy="355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600" i="1">
                <a:solidFill>
                  <a:srgbClr val="C8D6DE"/>
                </a:solidFill>
                <a:latin typeface="Open Sans"/>
                <a:ea typeface="Open Sans"/>
                <a:cs typeface="Open Sans"/>
              </a:rPr>
              <a:t>Pour toute demande d'interview, de visuels ou de reportage.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6B96AE2-6331-4E80-ABEB-029CA5E17E3B}"/>
              </a:ext>
            </a:extLst>
          </p:cNvPr>
          <p:cNvSpPr/>
          <p:nvPr/>
        </p:nvSpPr>
        <p:spPr>
          <a:xfrm>
            <a:off x="2794000" y="3175000"/>
            <a:ext cx="6604000" cy="2540000"/>
          </a:xfrm>
          <a:prstGeom prst="rect">
            <a:avLst/>
          </a:prstGeom>
          <a:solidFill>
            <a:srgbClr val="0A1A24"/>
          </a:solidFill>
          <a:ln w="12700" cap="flat" cmpd="sng" algn="ctr">
            <a:solidFill>
              <a:srgbClr val="1A3445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10B5A3F-4D17-4321-B1AC-79524E11172A}"/>
              </a:ext>
            </a:extLst>
          </p:cNvPr>
          <p:cNvSpPr/>
          <p:nvPr/>
        </p:nvSpPr>
        <p:spPr>
          <a:xfrm>
            <a:off x="2794000" y="3175000"/>
            <a:ext cx="50800" cy="2540000"/>
          </a:xfrm>
          <a:prstGeom prst="rect">
            <a:avLst/>
          </a:prstGeom>
          <a:solidFill>
            <a:srgbClr val="21C47B"/>
          </a:solidFill>
          <a:ln w="1905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fr-FR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562817B-E126-4F5F-8207-A520757F96CD}"/>
              </a:ext>
            </a:extLst>
          </p:cNvPr>
          <p:cNvSpPr txBox="1"/>
          <p:nvPr/>
        </p:nvSpPr>
        <p:spPr>
          <a:xfrm>
            <a:off x="3175000" y="3429000"/>
            <a:ext cx="5842000" cy="457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2400" b="1">
                <a:solidFill>
                  <a:srgbClr val="FFFFFF"/>
                </a:solidFill>
                <a:latin typeface="Montserrat"/>
              </a:rPr>
              <a:t>Karim Saari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5665D79A-9A7D-4863-B69B-0D6E26298DBC}"/>
              </a:ext>
            </a:extLst>
          </p:cNvPr>
          <p:cNvSpPr txBox="1"/>
          <p:nvPr/>
        </p:nvSpPr>
        <p:spPr>
          <a:xfrm>
            <a:off x="3175000" y="3860800"/>
            <a:ext cx="5842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200">
                <a:solidFill>
                  <a:srgbClr val="21C47B"/>
                </a:solidFill>
                <a:latin typeface="Open Sans"/>
                <a:ea typeface="Open Sans"/>
                <a:cs typeface="Open Sans"/>
              </a:rPr>
              <a:t>Apnéiste · Photographe · Fondateur Dark Massilia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73BD1768-06B1-44C5-A0A8-31A844C2085F}"/>
              </a:ext>
            </a:extLst>
          </p:cNvPr>
          <p:cNvSpPr txBox="1"/>
          <p:nvPr/>
        </p:nvSpPr>
        <p:spPr>
          <a:xfrm>
            <a:off x="3175000" y="4381500"/>
            <a:ext cx="101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>
                <a:solidFill>
                  <a:srgbClr val="7B95A3"/>
                </a:solidFill>
                <a:latin typeface="Montserrat"/>
              </a:rPr>
              <a:t>EMAIL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641B426-1AB6-46E2-A88A-00583F7D72F1}"/>
              </a:ext>
            </a:extLst>
          </p:cNvPr>
          <p:cNvSpPr txBox="1"/>
          <p:nvPr/>
        </p:nvSpPr>
        <p:spPr>
          <a:xfrm>
            <a:off x="4318000" y="43561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dirty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contact@karimsaari.com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C764F449-01E3-47D2-A9DE-2581145E1DD7}"/>
              </a:ext>
            </a:extLst>
          </p:cNvPr>
          <p:cNvSpPr txBox="1"/>
          <p:nvPr/>
        </p:nvSpPr>
        <p:spPr>
          <a:xfrm>
            <a:off x="3175000" y="4762500"/>
            <a:ext cx="101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>
                <a:solidFill>
                  <a:srgbClr val="7B95A3"/>
                </a:solidFill>
                <a:latin typeface="Montserrat"/>
              </a:rPr>
              <a:t>TÉL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E8F909E-07BA-44E1-8EC8-4E1FBD19A65A}"/>
              </a:ext>
            </a:extLst>
          </p:cNvPr>
          <p:cNvSpPr txBox="1"/>
          <p:nvPr/>
        </p:nvSpPr>
        <p:spPr>
          <a:xfrm>
            <a:off x="4318000" y="47371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06 95 331 301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6C7F0090-8184-4ADA-8021-A6F284BEE1ED}"/>
              </a:ext>
            </a:extLst>
          </p:cNvPr>
          <p:cNvSpPr txBox="1"/>
          <p:nvPr/>
        </p:nvSpPr>
        <p:spPr>
          <a:xfrm>
            <a:off x="3175000" y="5143500"/>
            <a:ext cx="1016000" cy="2286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000" b="1">
                <a:solidFill>
                  <a:srgbClr val="7B95A3"/>
                </a:solidFill>
                <a:latin typeface="Montserrat"/>
              </a:rPr>
              <a:t>WEB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E7506F3D-9A28-4AA2-A5DD-6A8F242AD4C8}"/>
              </a:ext>
            </a:extLst>
          </p:cNvPr>
          <p:cNvSpPr txBox="1"/>
          <p:nvPr/>
        </p:nvSpPr>
        <p:spPr>
          <a:xfrm>
            <a:off x="4318000" y="5118100"/>
            <a:ext cx="4699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400" dirty="0">
                <a:solidFill>
                  <a:srgbClr val="FFFFFF"/>
                </a:solidFill>
                <a:latin typeface="Open Sans"/>
                <a:ea typeface="Open Sans"/>
                <a:cs typeface="Open Sans"/>
                <a:hlinkClick r:id="rId2"/>
              </a:rPr>
              <a:t>karimsaari.com</a:t>
            </a:r>
            <a:endParaRPr lang="fr-FR" sz="1400" dirty="0">
              <a:solidFill>
                <a:srgbClr val="FFFFFF"/>
              </a:solidFill>
              <a:latin typeface="Open Sans"/>
              <a:ea typeface="Open Sans"/>
              <a:cs typeface="Open Sans"/>
            </a:endParaRP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D2EB4AA-C75C-4826-915F-BDB9B8DD95E1}"/>
              </a:ext>
            </a:extLst>
          </p:cNvPr>
          <p:cNvSpPr txBox="1"/>
          <p:nvPr/>
        </p:nvSpPr>
        <p:spPr>
          <a:xfrm>
            <a:off x="2819400" y="5873750"/>
            <a:ext cx="10160000" cy="279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 b="1">
                <a:solidFill>
                  <a:srgbClr val="21C47B"/>
                </a:solidFill>
                <a:latin typeface="Montserrat"/>
              </a:rPr>
              <a:t>DARK MASSILIA  ·  MARSEILLE  ·  2026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7F958F7F-CDDF-49B6-9CAC-A6259785264D}"/>
              </a:ext>
            </a:extLst>
          </p:cNvPr>
          <p:cNvSpPr txBox="1"/>
          <p:nvPr/>
        </p:nvSpPr>
        <p:spPr>
          <a:xfrm>
            <a:off x="10414000" y="6350000"/>
            <a:ext cx="1270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fr-FR" sz="1100">
                <a:solidFill>
                  <a:srgbClr val="7B95A3"/>
                </a:solidFill>
                <a:latin typeface="Montserrat"/>
              </a:rPr>
              <a:t>12 / 13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180904BB-96D8-458F-947D-C03EF4C4889D}"/>
              </a:ext>
            </a:extLst>
          </p:cNvPr>
          <p:cNvSpPr txBox="1"/>
          <p:nvPr/>
        </p:nvSpPr>
        <p:spPr>
          <a:xfrm>
            <a:off x="7874000" y="2946400"/>
            <a:ext cx="2540000" cy="177800"/>
          </a:xfrm>
          <a:prstGeom prst="rect">
            <a:avLst/>
          </a:prstGeom>
          <a:noFill/>
        </p:spPr>
        <p:txBody>
          <a:bodyPr vertOverflow="overflow" vert="horz" wrap="none" rtlCol="0" anchor="t">
            <a:noAutofit/>
          </a:bodyPr>
          <a:lstStyle/>
          <a:p>
            <a:pPr algn="l"/>
            <a:r>
              <a:rPr lang="fr-FR" sz="900" dirty="0">
                <a:solidFill>
                  <a:srgbClr val="21C47B"/>
                </a:solidFill>
                <a:latin typeface="Montserrat"/>
                <a:hlinkClick r:id="rId3"/>
              </a:rPr>
              <a:t>karimsaari.com/contact</a:t>
            </a:r>
            <a:endParaRPr lang="fr-FR" sz="900" dirty="0">
              <a:solidFill>
                <a:srgbClr val="21C47B"/>
              </a:solidFill>
              <a:latin typeface="Montserrat"/>
            </a:endParaRPr>
          </a:p>
        </p:txBody>
      </p:sp>
    </p:spTree>
    <p:extLst>
      <p:ext uri="{BB962C8B-B14F-4D97-AF65-F5344CB8AC3E}">
        <p14:creationId xmlns:p14="http://schemas.microsoft.com/office/powerpoint/2010/main" val="7875972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 t="-11000" b="-1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PhotoFin_BG"/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25400">
            <a:solidFill>
              <a:srgbClr val="21C47B"/>
            </a:solidFill>
          </a:ln>
        </p:spPr>
        <p:txBody>
          <a:bodyPr anchor="ctr"/>
          <a:lstStyle/>
          <a:p>
            <a:endParaRPr/>
          </a:p>
        </p:txBody>
      </p:sp>
      <p:sp>
        <p:nvSpPr>
          <p:cNvPr id="291" name="Overlay_Fin"/>
          <p:cNvSpPr/>
          <p:nvPr/>
        </p:nvSpPr>
        <p:spPr>
          <a:xfrm>
            <a:off x="0" y="5715000"/>
            <a:ext cx="12192000" cy="1143000"/>
          </a:xfrm>
          <a:prstGeom prst="rect">
            <a:avLst/>
          </a:prstGeom>
          <a:solidFill>
            <a:srgbClr val="0C2230">
              <a:alpha val="71000"/>
            </a:srgbClr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2" name="Line_Fin"/>
          <p:cNvSpPr/>
          <p:nvPr/>
        </p:nvSpPr>
        <p:spPr>
          <a:xfrm>
            <a:off x="0" y="5715000"/>
            <a:ext cx="12192000" cy="25400"/>
          </a:xfrm>
          <a:prstGeom prst="rect">
            <a:avLst/>
          </a:prstGeom>
          <a:solidFill>
            <a:srgbClr val="21C47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93" name="Brand_Fin"/>
          <p:cNvSpPr/>
          <p:nvPr/>
        </p:nvSpPr>
        <p:spPr>
          <a:xfrm>
            <a:off x="1016000" y="5842000"/>
            <a:ext cx="6350000" cy="381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lang="fr-FR" sz="2000" b="1" spc="300" dirty="0">
                <a:solidFill>
                  <a:srgbClr val="FFFFFF"/>
                </a:solidFill>
                <a:latin typeface="Montserrat"/>
              </a:rPr>
              <a:t>DARK MASSILIA</a:t>
            </a:r>
            <a:r>
              <a:rPr lang="fr-FR" sz="2000" b="0" dirty="0">
                <a:solidFill>
                  <a:srgbClr val="21C47B"/>
                </a:solidFill>
                <a:latin typeface="Montserrat"/>
              </a:rPr>
              <a:t> — Karim Saari</a:t>
            </a:r>
          </a:p>
        </p:txBody>
      </p:sp>
      <p:sp>
        <p:nvSpPr>
          <p:cNvPr id="294" name="URL_Fin"/>
          <p:cNvSpPr/>
          <p:nvPr/>
        </p:nvSpPr>
        <p:spPr>
          <a:xfrm>
            <a:off x="1016000" y="6223000"/>
            <a:ext cx="5080000" cy="279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lang="fr-FR" sz="1400" dirty="0">
                <a:solidFill>
                  <a:srgbClr val="21C47B"/>
                </a:solidFill>
                <a:latin typeface="Open Sans"/>
                <a:hlinkClick r:id="rId4"/>
              </a:rPr>
              <a:t>karimsaari.com</a:t>
            </a:r>
            <a:endParaRPr lang="fr-FR" sz="1400" dirty="0">
              <a:solidFill>
                <a:srgbClr val="21C47B"/>
              </a:solidFill>
              <a:latin typeface="Open Sans"/>
            </a:endParaRPr>
          </a:p>
        </p:txBody>
      </p:sp>
      <p:sp>
        <p:nvSpPr>
          <p:cNvPr id="295" name="Baseline_Fin"/>
          <p:cNvSpPr/>
          <p:nvPr/>
        </p:nvSpPr>
        <p:spPr>
          <a:xfrm>
            <a:off x="1016000" y="6502400"/>
            <a:ext cx="50800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l"/>
            <a:r>
              <a:rPr lang="fr-FR" sz="1000" spc="200" dirty="0">
                <a:solidFill>
                  <a:srgbClr val="7B95A3"/>
                </a:solidFill>
                <a:latin typeface="Montserrat"/>
              </a:rPr>
              <a:t>MARSEILLE · FRANCE · 2026</a:t>
            </a:r>
          </a:p>
        </p:txBody>
      </p:sp>
    </p:spTree>
    <p:extLst>
      <p:ext uri="{BB962C8B-B14F-4D97-AF65-F5344CB8AC3E}">
        <p14:creationId xmlns:p14="http://schemas.microsoft.com/office/powerpoint/2010/main" val="228533394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 [1779630188204]">
  <a:themeElements>
    <a:clrScheme name="Office">
      <a:dk1>
        <a:srgbClr val="FFFFFF"/>
      </a:dk1>
      <a:lt1>
        <a:srgbClr val="0C2230"/>
      </a:lt1>
      <a:dk2>
        <a:srgbClr val="0C2230"/>
      </a:dk2>
      <a:lt2>
        <a:srgbClr val="E8E8E8"/>
      </a:lt2>
      <a:accent1>
        <a:srgbClr val="21C47B"/>
      </a:accent1>
      <a:accent2>
        <a:srgbClr val="1AA868"/>
      </a:accent2>
      <a:accent3>
        <a:srgbClr val="15406B"/>
      </a:accent3>
      <a:accent4>
        <a:srgbClr val="F5F5F5"/>
      </a:accent4>
      <a:accent5>
        <a:srgbClr val="8FE3B8"/>
      </a:accent5>
      <a:accent6>
        <a:srgbClr val="0A1A24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pen San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CC726D7-F60D-4EED-A919-26D5A64955EE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38a8a914-8a6a-4196-a91e-dc3243f5cce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120</TotalTime>
  <Words>1090</Words>
  <Application>Microsoft Office PowerPoint</Application>
  <PresentationFormat>Grand écran</PresentationFormat>
  <Paragraphs>188</Paragraphs>
  <Slides>13</Slides>
  <Notes>1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9" baseType="lpstr">
      <vt:lpstr>Aptos</vt:lpstr>
      <vt:lpstr>Arial</vt:lpstr>
      <vt:lpstr>Arial Black</vt:lpstr>
      <vt:lpstr>Montserrat</vt:lpstr>
      <vt:lpstr>Open Sans</vt:lpstr>
      <vt:lpstr>Thème Office [1779630188204]</vt:lpstr>
      <vt:lpstr>Présentation PowerPoint</vt:lpstr>
      <vt:lpstr>Présentation PowerPoint</vt:lpstr>
      <vt:lpstr>Présentation PowerPoint</vt:lpstr>
      <vt:lpstr>Les Français — Yann Arthus-Bertrand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Quelques visuels disponibles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karim saari</dc:creator>
  <cp:lastModifiedBy>karim saari</cp:lastModifiedBy>
  <cp:revision>3</cp:revision>
  <dcterms:created xsi:type="dcterms:W3CDTF">2026-05-24T13:36:41Z</dcterms:created>
  <dcterms:modified xsi:type="dcterms:W3CDTF">2026-05-26T12:39:24Z</dcterms:modified>
</cp:coreProperties>
</file>